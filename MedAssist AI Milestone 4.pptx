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Montserrat Black"/>
      <p:bold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Anaheim"/>
      <p:regular r:id="rId23"/>
      <p:bold r:id="rId24"/>
    </p:embeddedFont>
    <p:embeddedFont>
      <p:font typeface="Bebas Neue"/>
      <p:regular r:id="rId25"/>
    </p:embeddedFont>
    <p:embeddedFont>
      <p:font typeface="PT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Anaheim-bold.fntdata"/><Relationship Id="rId23" Type="http://schemas.openxmlformats.org/officeDocument/2006/relationships/font" Target="fonts/Anaheim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TSans-regular.fntdata"/><Relationship Id="rId25" Type="http://schemas.openxmlformats.org/officeDocument/2006/relationships/font" Target="fonts/BebasNeue-regular.fntdata"/><Relationship Id="rId28" Type="http://schemas.openxmlformats.org/officeDocument/2006/relationships/font" Target="fonts/PTSans-italic.fntdata"/><Relationship Id="rId27" Type="http://schemas.openxmlformats.org/officeDocument/2006/relationships/font" Target="fonts/PT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T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Black-bold.fntdata"/><Relationship Id="rId16" Type="http://schemas.openxmlformats.org/officeDocument/2006/relationships/slide" Target="slides/slide12.xml"/><Relationship Id="rId19" Type="http://schemas.openxmlformats.org/officeDocument/2006/relationships/font" Target="fonts/Montserrat-regular.fntdata"/><Relationship Id="rId18" Type="http://schemas.openxmlformats.org/officeDocument/2006/relationships/font" Target="fonts/MontserratBlack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54dda1946d_6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2" name="Google Shape;1252;g54dda1946d_6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3f6f6ff33a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3f6f6ff33a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3f6f6ff33a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3f6f6ff33a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1734a882cf6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1734a882cf6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ecfe66ab1b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3ecfe66ab1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3ecfe66ab1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3ecfe66ab1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g3ecfe66ab1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6" name="Google Shape;1286;g3ecfe66ab1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3f6f6ff33a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3f6f6ff33a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3fa85d98af7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8" name="Google Shape;1298;g3fa85d98af7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256688"/>
            <a:ext cx="7033800" cy="219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521113"/>
            <a:ext cx="4528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3" name="Google Shape;13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" name="Google Shape;14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" name="Google Shape;15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6" name="Google Shape;16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" name="Google Shape;17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" name="Google Shape;18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" name="Google Shape;19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" name="Google Shape;20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" name="Google Shape;21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" name="Google Shape;22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" name="Google Shape;23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" name="Google Shape;24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" name="Google Shape;25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" name="Google Shape;26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" name="Google Shape;27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" name="Google Shape;28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" name="Google Shape;29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" name="Google Shape;30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" name="Google Shape;31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" name="Google Shape;32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" name="Google Shape;33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" name="Google Shape;34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" name="Google Shape;35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" name="Google Shape;36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" name="Google Shape;37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" name="Google Shape;38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" name="Google Shape;39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" name="Google Shape;40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1" name="Google Shape;41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2" name="Google Shape;42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3" name="Google Shape;43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4" name="Google Shape;44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" name="Google Shape;45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52" name="Google Shape;52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56" name="Google Shape;56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7" name="Google Shape;57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8" name="Google Shape;58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9" name="Google Shape;59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60" name="Google Shape;60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1" name="Google Shape;61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2" name="Google Shape;62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" name="Google Shape;63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" name="Google Shape;64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9" name="Google Shape;69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0" name="Google Shape;70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1" name="Google Shape;71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2" name="Google Shape;72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3" name="Google Shape;73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4" name="Google Shape;74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5" name="Google Shape;75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6" name="Google Shape;76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7" name="Google Shape;77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8" name="Google Shape;78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9" name="Google Shape;79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4" name="Google Shape;84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5" name="Google Shape;85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6" name="Google Shape;86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7" name="Google Shape;87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88" name="Google Shape;88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96" name="Google Shape;96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1" name="Google Shape;101;p3"/>
          <p:cNvSpPr txBox="1"/>
          <p:nvPr>
            <p:ph hasCustomPrompt="1" idx="2" type="title"/>
          </p:nvPr>
        </p:nvSpPr>
        <p:spPr>
          <a:xfrm>
            <a:off x="720000" y="1496250"/>
            <a:ext cx="13818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3"/>
          <p:cNvSpPr txBox="1"/>
          <p:nvPr>
            <p:ph idx="1" type="subTitle"/>
          </p:nvPr>
        </p:nvSpPr>
        <p:spPr>
          <a:xfrm>
            <a:off x="720000" y="3272250"/>
            <a:ext cx="50676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03" name="Google Shape;103;p3"/>
          <p:cNvGrpSpPr/>
          <p:nvPr/>
        </p:nvGrpSpPr>
        <p:grpSpPr>
          <a:xfrm>
            <a:off x="5175689" y="2774776"/>
            <a:ext cx="5036265" cy="4113315"/>
            <a:chOff x="4780389" y="2513201"/>
            <a:chExt cx="5036265" cy="4113315"/>
          </a:xfrm>
        </p:grpSpPr>
        <p:grpSp>
          <p:nvGrpSpPr>
            <p:cNvPr id="104" name="Google Shape;104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" name="Google Shape;105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6" name="Google Shape;106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7" name="Google Shape;107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8" name="Google Shape;108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" name="Google Shape;109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" name="Google Shape;110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" name="Google Shape;115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6" name="Google Shape;116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" name="Google Shape;117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" name="Google Shape;118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" name="Google Shape;119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" name="Google Shape;120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5" name="Google Shape;125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6" name="Google Shape;126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7" name="Google Shape;127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8" name="Google Shape;128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" name="Google Shape;129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0" name="Google Shape;130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" name="Google Shape;135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36" name="Google Shape;136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" name="Google Shape;137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" name="Google Shape;138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" name="Google Shape;139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" name="Google Shape;140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" name="Google Shape;141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2" name="Google Shape;142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3" name="Google Shape;143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44" name="Google Shape;144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" name="Google Shape;147;p3"/>
          <p:cNvGrpSpPr/>
          <p:nvPr/>
        </p:nvGrpSpPr>
        <p:grpSpPr>
          <a:xfrm>
            <a:off x="2951589" y="-2707787"/>
            <a:ext cx="5036265" cy="4113315"/>
            <a:chOff x="4780389" y="2513201"/>
            <a:chExt cx="5036265" cy="4113315"/>
          </a:xfrm>
        </p:grpSpPr>
        <p:grpSp>
          <p:nvGrpSpPr>
            <p:cNvPr id="148" name="Google Shape;148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49" name="Google Shape;149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0" name="Google Shape;150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1" name="Google Shape;151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52" name="Google Shape;152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3" name="Google Shape;153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4" name="Google Shape;154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5" name="Google Shape;155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6" name="Google Shape;156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7" name="Google Shape;157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8" name="Google Shape;158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9" name="Google Shape;159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0" name="Google Shape;160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1" name="Google Shape;161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2" name="Google Shape;162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3" name="Google Shape;163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4" name="Google Shape;164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5" name="Google Shape;165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6" name="Google Shape;166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7" name="Google Shape;167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8" name="Google Shape;168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9" name="Google Shape;169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0" name="Google Shape;170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1" name="Google Shape;171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2" name="Google Shape;172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3" name="Google Shape;173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4" name="Google Shape;174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5" name="Google Shape;175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6" name="Google Shape;176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7" name="Google Shape;177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8" name="Google Shape;178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9" name="Google Shape;179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80" name="Google Shape;180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1" name="Google Shape;181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2" name="Google Shape;182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" name="Google Shape;183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" name="Google Shape;184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" name="Google Shape;185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" name="Google Shape;186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" name="Google Shape;187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88" name="Google Shape;188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3" name="Google Shape;193;p4"/>
          <p:cNvSpPr txBox="1"/>
          <p:nvPr>
            <p:ph idx="1" type="body"/>
          </p:nvPr>
        </p:nvSpPr>
        <p:spPr>
          <a:xfrm>
            <a:off x="720000" y="1215750"/>
            <a:ext cx="3975900" cy="16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Light"/>
              <a:buChar char="◆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94" name="Google Shape;194;p4"/>
          <p:cNvGrpSpPr/>
          <p:nvPr/>
        </p:nvGrpSpPr>
        <p:grpSpPr>
          <a:xfrm>
            <a:off x="8354016" y="-383869"/>
            <a:ext cx="1346076" cy="1863864"/>
            <a:chOff x="8354016" y="-383869"/>
            <a:chExt cx="1346076" cy="1863864"/>
          </a:xfrm>
        </p:grpSpPr>
        <p:sp>
          <p:nvSpPr>
            <p:cNvPr id="195" name="Google Shape;195;p4"/>
            <p:cNvSpPr/>
            <p:nvPr/>
          </p:nvSpPr>
          <p:spPr>
            <a:xfrm flipH="1" rot="10515695">
              <a:off x="8395243" y="733309"/>
              <a:ext cx="650146" cy="721066"/>
            </a:xfrm>
            <a:custGeom>
              <a:rect b="b" l="l" r="r" t="t"/>
              <a:pathLst>
                <a:path extrusionOk="0" fill="none" h="28845" w="26008">
                  <a:moveTo>
                    <a:pt x="26008" y="20744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4"/>
            <p:cNvSpPr/>
            <p:nvPr/>
          </p:nvSpPr>
          <p:spPr>
            <a:xfrm flipH="1" rot="10515695">
              <a:off x="9021249" y="726033"/>
              <a:ext cx="650171" cy="721091"/>
            </a:xfrm>
            <a:custGeom>
              <a:rect b="b" l="l" r="r" t="t"/>
              <a:pathLst>
                <a:path extrusionOk="0" fill="none" h="28846" w="26009">
                  <a:moveTo>
                    <a:pt x="26009" y="20743"/>
                  </a:moveTo>
                  <a:lnTo>
                    <a:pt x="24981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 flipH="1" rot="10515695">
              <a:off x="8701969" y="187519"/>
              <a:ext cx="650171" cy="721066"/>
            </a:xfrm>
            <a:custGeom>
              <a:rect b="b" l="l" r="r" t="t"/>
              <a:pathLst>
                <a:path extrusionOk="0" fill="none" h="28845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5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 flipH="1" rot="10515695">
              <a:off x="8382688" y="-351019"/>
              <a:ext cx="650146" cy="721066"/>
            </a:xfrm>
            <a:custGeom>
              <a:rect b="b" l="l" r="r" t="t"/>
              <a:pathLst>
                <a:path extrusionOk="0" fill="none" h="28845" w="26008">
                  <a:moveTo>
                    <a:pt x="26008" y="20743"/>
                  </a:moveTo>
                  <a:lnTo>
                    <a:pt x="24980" y="6320"/>
                  </a:lnTo>
                  <a:lnTo>
                    <a:pt x="11975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4"/>
            <p:cNvSpPr/>
            <p:nvPr/>
          </p:nvSpPr>
          <p:spPr>
            <a:xfrm flipH="1" rot="10515695">
              <a:off x="9008695" y="-358246"/>
              <a:ext cx="650196" cy="721041"/>
            </a:xfrm>
            <a:custGeom>
              <a:rect b="b" l="l" r="r" t="t"/>
              <a:pathLst>
                <a:path extrusionOk="0" fill="none" h="28844" w="26010">
                  <a:moveTo>
                    <a:pt x="26009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 flipH="1" rot="10515695">
              <a:off x="8988036" y="-202011"/>
              <a:ext cx="57070" cy="57045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4"/>
            <p:cNvSpPr/>
            <p:nvPr/>
          </p:nvSpPr>
          <p:spPr>
            <a:xfrm flipH="1" rot="10515695">
              <a:off x="9613745" y="157614"/>
              <a:ext cx="57045" cy="57070"/>
            </a:xfrm>
            <a:custGeom>
              <a:rect b="b" l="l" r="r" t="t"/>
              <a:pathLst>
                <a:path extrusionOk="0" h="2283" w="2282">
                  <a:moveTo>
                    <a:pt x="1142" y="0"/>
                  </a:moveTo>
                  <a:cubicBezTo>
                    <a:pt x="512" y="0"/>
                    <a:pt x="1" y="511"/>
                    <a:pt x="1" y="1141"/>
                  </a:cubicBezTo>
                  <a:cubicBezTo>
                    <a:pt x="1" y="1771"/>
                    <a:pt x="512" y="2282"/>
                    <a:pt x="1142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4"/>
            <p:cNvSpPr/>
            <p:nvPr/>
          </p:nvSpPr>
          <p:spPr>
            <a:xfrm flipH="1" rot="10515695">
              <a:off x="9310934" y="707797"/>
              <a:ext cx="57020" cy="57070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5" name="Google Shape;205;p5"/>
          <p:cNvSpPr txBox="1"/>
          <p:nvPr>
            <p:ph idx="1" type="subTitle"/>
          </p:nvPr>
        </p:nvSpPr>
        <p:spPr>
          <a:xfrm>
            <a:off x="5055188" y="3185018"/>
            <a:ext cx="2505600" cy="11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6" name="Google Shape;206;p5"/>
          <p:cNvSpPr txBox="1"/>
          <p:nvPr>
            <p:ph idx="2" type="subTitle"/>
          </p:nvPr>
        </p:nvSpPr>
        <p:spPr>
          <a:xfrm>
            <a:off x="1583213" y="3184997"/>
            <a:ext cx="2505600" cy="11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7" name="Google Shape;207;p5"/>
          <p:cNvSpPr txBox="1"/>
          <p:nvPr>
            <p:ph idx="3" type="subTitle"/>
          </p:nvPr>
        </p:nvSpPr>
        <p:spPr>
          <a:xfrm>
            <a:off x="5055188" y="2727841"/>
            <a:ext cx="2505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8" name="Google Shape;208;p5"/>
          <p:cNvSpPr txBox="1"/>
          <p:nvPr>
            <p:ph idx="4" type="subTitle"/>
          </p:nvPr>
        </p:nvSpPr>
        <p:spPr>
          <a:xfrm>
            <a:off x="1583213" y="2727841"/>
            <a:ext cx="2505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209" name="Google Shape;209;p5"/>
          <p:cNvGrpSpPr/>
          <p:nvPr/>
        </p:nvGrpSpPr>
        <p:grpSpPr>
          <a:xfrm>
            <a:off x="7421542" y="-507956"/>
            <a:ext cx="2532725" cy="1881750"/>
            <a:chOff x="7221517" y="-507956"/>
            <a:chExt cx="2532725" cy="1881750"/>
          </a:xfrm>
        </p:grpSpPr>
        <p:sp>
          <p:nvSpPr>
            <p:cNvPr id="210" name="Google Shape;210;p5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5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5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5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5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5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5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5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5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" name="Google Shape;220;p5"/>
          <p:cNvGrpSpPr/>
          <p:nvPr/>
        </p:nvGrpSpPr>
        <p:grpSpPr>
          <a:xfrm>
            <a:off x="-884258" y="4092619"/>
            <a:ext cx="2532725" cy="1881750"/>
            <a:chOff x="7221517" y="-507956"/>
            <a:chExt cx="2532725" cy="1881750"/>
          </a:xfrm>
        </p:grpSpPr>
        <p:sp>
          <p:nvSpPr>
            <p:cNvPr id="221" name="Google Shape;221;p5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5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5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5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5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233" name="Google Shape;233;p6"/>
          <p:cNvGrpSpPr/>
          <p:nvPr/>
        </p:nvGrpSpPr>
        <p:grpSpPr>
          <a:xfrm>
            <a:off x="8353997" y="-383894"/>
            <a:ext cx="1346103" cy="1863890"/>
            <a:chOff x="8353997" y="-383894"/>
            <a:chExt cx="1346103" cy="1863890"/>
          </a:xfrm>
        </p:grpSpPr>
        <p:sp>
          <p:nvSpPr>
            <p:cNvPr id="234" name="Google Shape;234;p6"/>
            <p:cNvSpPr/>
            <p:nvPr/>
          </p:nvSpPr>
          <p:spPr>
            <a:xfrm flipH="1" rot="10515604">
              <a:off x="8395233" y="733291"/>
              <a:ext cx="650155" cy="721075"/>
            </a:xfrm>
            <a:custGeom>
              <a:rect b="b" l="l" r="r" t="t"/>
              <a:pathLst>
                <a:path extrusionOk="0" fill="none" h="28845" w="26008">
                  <a:moveTo>
                    <a:pt x="26008" y="20744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6"/>
            <p:cNvSpPr/>
            <p:nvPr/>
          </p:nvSpPr>
          <p:spPr>
            <a:xfrm flipH="1" rot="10515604">
              <a:off x="9021238" y="726016"/>
              <a:ext cx="650180" cy="721100"/>
            </a:xfrm>
            <a:custGeom>
              <a:rect b="b" l="l" r="r" t="t"/>
              <a:pathLst>
                <a:path extrusionOk="0" fill="none" h="28846" w="26009">
                  <a:moveTo>
                    <a:pt x="26009" y="20743"/>
                  </a:moveTo>
                  <a:lnTo>
                    <a:pt x="24981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6"/>
            <p:cNvSpPr/>
            <p:nvPr/>
          </p:nvSpPr>
          <p:spPr>
            <a:xfrm flipH="1" rot="10515604">
              <a:off x="8701958" y="187502"/>
              <a:ext cx="650180" cy="721075"/>
            </a:xfrm>
            <a:custGeom>
              <a:rect b="b" l="l" r="r" t="t"/>
              <a:pathLst>
                <a:path extrusionOk="0" fill="none" h="28845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5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6"/>
            <p:cNvSpPr/>
            <p:nvPr/>
          </p:nvSpPr>
          <p:spPr>
            <a:xfrm flipH="1" rot="10515604">
              <a:off x="8382677" y="-351036"/>
              <a:ext cx="650155" cy="721075"/>
            </a:xfrm>
            <a:custGeom>
              <a:rect b="b" l="l" r="r" t="t"/>
              <a:pathLst>
                <a:path extrusionOk="0" fill="none" h="28845" w="26008">
                  <a:moveTo>
                    <a:pt x="26008" y="20743"/>
                  </a:moveTo>
                  <a:lnTo>
                    <a:pt x="24980" y="6320"/>
                  </a:lnTo>
                  <a:lnTo>
                    <a:pt x="11975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6"/>
            <p:cNvSpPr/>
            <p:nvPr/>
          </p:nvSpPr>
          <p:spPr>
            <a:xfrm flipH="1" rot="10515604">
              <a:off x="9008685" y="-358263"/>
              <a:ext cx="650205" cy="721050"/>
            </a:xfrm>
            <a:custGeom>
              <a:rect b="b" l="l" r="r" t="t"/>
              <a:pathLst>
                <a:path extrusionOk="0" fill="none" h="28844" w="26010">
                  <a:moveTo>
                    <a:pt x="26009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6"/>
            <p:cNvSpPr/>
            <p:nvPr/>
          </p:nvSpPr>
          <p:spPr>
            <a:xfrm flipH="1" rot="10515604">
              <a:off x="8988035" y="-202012"/>
              <a:ext cx="57071" cy="57046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6"/>
            <p:cNvSpPr/>
            <p:nvPr/>
          </p:nvSpPr>
          <p:spPr>
            <a:xfrm flipH="1" rot="10515604">
              <a:off x="9613745" y="157612"/>
              <a:ext cx="57046" cy="57071"/>
            </a:xfrm>
            <a:custGeom>
              <a:rect b="b" l="l" r="r" t="t"/>
              <a:pathLst>
                <a:path extrusionOk="0" h="2283" w="2282">
                  <a:moveTo>
                    <a:pt x="1142" y="0"/>
                  </a:moveTo>
                  <a:cubicBezTo>
                    <a:pt x="512" y="0"/>
                    <a:pt x="1" y="511"/>
                    <a:pt x="1" y="1141"/>
                  </a:cubicBezTo>
                  <a:cubicBezTo>
                    <a:pt x="1" y="1771"/>
                    <a:pt x="512" y="2282"/>
                    <a:pt x="1142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6"/>
            <p:cNvSpPr/>
            <p:nvPr/>
          </p:nvSpPr>
          <p:spPr>
            <a:xfrm flipH="1" rot="10515604">
              <a:off x="9310934" y="707795"/>
              <a:ext cx="57021" cy="57071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2" name="Google Shape;242;p6"/>
          <p:cNvSpPr/>
          <p:nvPr/>
        </p:nvSpPr>
        <p:spPr>
          <a:xfrm flipH="1" rot="10515604">
            <a:off x="8362734" y="-200629"/>
            <a:ext cx="57046" cy="57046"/>
          </a:xfrm>
          <a:custGeom>
            <a:rect b="b" l="l" r="r" t="t"/>
            <a:pathLst>
              <a:path extrusionOk="0" h="2282" w="2282">
                <a:moveTo>
                  <a:pt x="1141" y="0"/>
                </a:moveTo>
                <a:cubicBezTo>
                  <a:pt x="511" y="0"/>
                  <a:pt x="0" y="511"/>
                  <a:pt x="0" y="1141"/>
                </a:cubicBezTo>
                <a:cubicBezTo>
                  <a:pt x="0" y="1770"/>
                  <a:pt x="511" y="2281"/>
                  <a:pt x="1141" y="2281"/>
                </a:cubicBezTo>
                <a:cubicBezTo>
                  <a:pt x="1772" y="2281"/>
                  <a:pt x="2281" y="1770"/>
                  <a:pt x="2281" y="1141"/>
                </a:cubicBezTo>
                <a:cubicBezTo>
                  <a:pt x="2281" y="511"/>
                  <a:pt x="1772" y="0"/>
                  <a:pt x="114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 txBox="1"/>
          <p:nvPr>
            <p:ph type="title"/>
          </p:nvPr>
        </p:nvSpPr>
        <p:spPr>
          <a:xfrm>
            <a:off x="4135975" y="1757900"/>
            <a:ext cx="4294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45" name="Google Shape;245;p7"/>
          <p:cNvSpPr txBox="1"/>
          <p:nvPr>
            <p:ph idx="1" type="subTitle"/>
          </p:nvPr>
        </p:nvSpPr>
        <p:spPr>
          <a:xfrm>
            <a:off x="4135975" y="2330600"/>
            <a:ext cx="4294800" cy="12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46" name="Google Shape;246;p7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247" name="Google Shape;247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48" name="Google Shape;248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49" name="Google Shape;249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50" name="Google Shape;250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51" name="Google Shape;251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2" name="Google Shape;252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3" name="Google Shape;253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4" name="Google Shape;254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5" name="Google Shape;255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6" name="Google Shape;256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7" name="Google Shape;257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8" name="Google Shape;258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9" name="Google Shape;259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0" name="Google Shape;260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1" name="Google Shape;261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2" name="Google Shape;262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3" name="Google Shape;263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4" name="Google Shape;264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5" name="Google Shape;265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6" name="Google Shape;266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7" name="Google Shape;267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8" name="Google Shape;268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9" name="Google Shape;269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0" name="Google Shape;270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1" name="Google Shape;271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2" name="Google Shape;272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3" name="Google Shape;273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4" name="Google Shape;274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5" name="Google Shape;275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6" name="Google Shape;276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7" name="Google Shape;277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8" name="Google Shape;278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79" name="Google Shape;279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" name="Google Shape;281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2" name="Google Shape;282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4" name="Google Shape;284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" name="Google Shape;285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" name="Google Shape;286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87" name="Google Shape;287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0" name="Google Shape;290;p7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291" name="Google Shape;291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92" name="Google Shape;292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93" name="Google Shape;293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94" name="Google Shape;294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95" name="Google Shape;295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6" name="Google Shape;296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7" name="Google Shape;297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8" name="Google Shape;298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9" name="Google Shape;299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0" name="Google Shape;300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1" name="Google Shape;301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2" name="Google Shape;302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3" name="Google Shape;303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4" name="Google Shape;304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5" name="Google Shape;305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6" name="Google Shape;306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7" name="Google Shape;307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8" name="Google Shape;308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9" name="Google Shape;309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0" name="Google Shape;310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1" name="Google Shape;311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2" name="Google Shape;312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3" name="Google Shape;313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4" name="Google Shape;314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5" name="Google Shape;315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6" name="Google Shape;316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7" name="Google Shape;317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8" name="Google Shape;318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9" name="Google Shape;319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0" name="Google Shape;320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1" name="Google Shape;321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2" name="Google Shape;322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323" name="Google Shape;323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" name="Google Shape;324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" name="Google Shape;325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" name="Google Shape;326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7" name="Google Shape;327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8" name="Google Shape;328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9" name="Google Shape;329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0" name="Google Shape;330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331" name="Google Shape;331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8"/>
          <p:cNvSpPr txBox="1"/>
          <p:nvPr>
            <p:ph type="title"/>
          </p:nvPr>
        </p:nvSpPr>
        <p:spPr>
          <a:xfrm>
            <a:off x="943050" y="1307100"/>
            <a:ext cx="72579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336" name="Google Shape;336;p8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337" name="Google Shape;337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38" name="Google Shape;338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39" name="Google Shape;339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40" name="Google Shape;340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41" name="Google Shape;341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2" name="Google Shape;342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3" name="Google Shape;343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4" name="Google Shape;344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5" name="Google Shape;345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6" name="Google Shape;346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7" name="Google Shape;347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8" name="Google Shape;348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9" name="Google Shape;349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0" name="Google Shape;350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1" name="Google Shape;351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2" name="Google Shape;352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3" name="Google Shape;353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4" name="Google Shape;354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5" name="Google Shape;355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6" name="Google Shape;356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7" name="Google Shape;357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8" name="Google Shape;358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9" name="Google Shape;359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0" name="Google Shape;360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1" name="Google Shape;361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2" name="Google Shape;362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3" name="Google Shape;363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4" name="Google Shape;364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5" name="Google Shape;365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6" name="Google Shape;366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7" name="Google Shape;367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8" name="Google Shape;368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369" name="Google Shape;369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0" name="Google Shape;370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1" name="Google Shape;371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2" name="Google Shape;372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3" name="Google Shape;373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4" name="Google Shape;374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5" name="Google Shape;375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6" name="Google Shape;376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377" name="Google Shape;377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0" name="Google Shape;380;p8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381" name="Google Shape;381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82" name="Google Shape;382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83" name="Google Shape;383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84" name="Google Shape;384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85" name="Google Shape;385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6" name="Google Shape;386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7" name="Google Shape;387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8" name="Google Shape;388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9" name="Google Shape;389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0" name="Google Shape;390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1" name="Google Shape;391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2" name="Google Shape;392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3" name="Google Shape;393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4" name="Google Shape;394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5" name="Google Shape;395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6" name="Google Shape;396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7" name="Google Shape;397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8" name="Google Shape;398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9" name="Google Shape;399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0" name="Google Shape;400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1" name="Google Shape;401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2" name="Google Shape;402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3" name="Google Shape;403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4" name="Google Shape;404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5" name="Google Shape;405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6" name="Google Shape;406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7" name="Google Shape;407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8" name="Google Shape;408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9" name="Google Shape;409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10" name="Google Shape;410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11" name="Google Shape;411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12" name="Google Shape;412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13" name="Google Shape;413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4" name="Google Shape;414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5" name="Google Shape;415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6" name="Google Shape;416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7" name="Google Shape;417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8" name="Google Shape;418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9" name="Google Shape;419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0" name="Google Shape;420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421" name="Google Shape;421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26" name="Google Shape;426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10"/>
          <p:cNvSpPr txBox="1"/>
          <p:nvPr>
            <p:ph type="title"/>
          </p:nvPr>
        </p:nvSpPr>
        <p:spPr>
          <a:xfrm>
            <a:off x="713225" y="3502900"/>
            <a:ext cx="5202300" cy="1045200"/>
          </a:xfrm>
          <a:prstGeom prst="rect">
            <a:avLst/>
          </a:prstGeom>
          <a:solidFill>
            <a:srgbClr val="002E8A">
              <a:alpha val="3300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430" name="Google Shape;430;p10"/>
          <p:cNvGrpSpPr/>
          <p:nvPr/>
        </p:nvGrpSpPr>
        <p:grpSpPr>
          <a:xfrm rot="10800000">
            <a:off x="6825617" y="-226461"/>
            <a:ext cx="3485298" cy="1363521"/>
            <a:chOff x="5000328" y="4413931"/>
            <a:chExt cx="3485298" cy="1363521"/>
          </a:xfrm>
        </p:grpSpPr>
        <p:grpSp>
          <p:nvGrpSpPr>
            <p:cNvPr id="431" name="Google Shape;431;p10"/>
            <p:cNvGrpSpPr/>
            <p:nvPr/>
          </p:nvGrpSpPr>
          <p:grpSpPr>
            <a:xfrm>
              <a:off x="5000328" y="4413931"/>
              <a:ext cx="3485298" cy="1363521"/>
              <a:chOff x="4151828" y="2626856"/>
              <a:chExt cx="3485298" cy="1363521"/>
            </a:xfrm>
          </p:grpSpPr>
          <p:sp>
            <p:nvSpPr>
              <p:cNvPr id="432" name="Google Shape;432;p10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10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10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10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rect b="b" l="l" r="r" t="t"/>
                <a:pathLst>
                  <a:path extrusionOk="0" fill="none" h="28846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10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10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10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10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10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1" name="Google Shape;441;p10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0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0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1"/>
          <p:cNvSpPr txBox="1"/>
          <p:nvPr>
            <p:ph hasCustomPrompt="1" type="title"/>
          </p:nvPr>
        </p:nvSpPr>
        <p:spPr>
          <a:xfrm>
            <a:off x="1284000" y="1707525"/>
            <a:ext cx="6576000" cy="15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46" name="Google Shape;446;p11"/>
          <p:cNvSpPr txBox="1"/>
          <p:nvPr>
            <p:ph idx="1" type="subTitle"/>
          </p:nvPr>
        </p:nvSpPr>
        <p:spPr>
          <a:xfrm>
            <a:off x="1284000" y="3259075"/>
            <a:ext cx="65760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47" name="Google Shape;447;p11"/>
          <p:cNvGrpSpPr/>
          <p:nvPr/>
        </p:nvGrpSpPr>
        <p:grpSpPr>
          <a:xfrm rot="10800000">
            <a:off x="4305914" y="3662226"/>
            <a:ext cx="5036265" cy="4113315"/>
            <a:chOff x="4780389" y="2513201"/>
            <a:chExt cx="5036265" cy="4113315"/>
          </a:xfrm>
        </p:grpSpPr>
        <p:grpSp>
          <p:nvGrpSpPr>
            <p:cNvPr id="448" name="Google Shape;448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49" name="Google Shape;449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50" name="Google Shape;450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51" name="Google Shape;451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52" name="Google Shape;452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3" name="Google Shape;453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4" name="Google Shape;454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5" name="Google Shape;455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6" name="Google Shape;456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7" name="Google Shape;457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8" name="Google Shape;458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9" name="Google Shape;459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0" name="Google Shape;460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1" name="Google Shape;461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2" name="Google Shape;462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3" name="Google Shape;463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4" name="Google Shape;464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5" name="Google Shape;465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6" name="Google Shape;466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7" name="Google Shape;467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8" name="Google Shape;468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9" name="Google Shape;469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0" name="Google Shape;470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1" name="Google Shape;471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2" name="Google Shape;472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3" name="Google Shape;473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4" name="Google Shape;474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5" name="Google Shape;475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6" name="Google Shape;476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7" name="Google Shape;477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8" name="Google Shape;478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9" name="Google Shape;479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80" name="Google Shape;480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" name="Google Shape;481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" name="Google Shape;482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3" name="Google Shape;483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4" name="Google Shape;484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5" name="Google Shape;485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6" name="Google Shape;486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7" name="Google Shape;487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488" name="Google Shape;488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1" name="Google Shape;491;p11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492" name="Google Shape;492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93" name="Google Shape;493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94" name="Google Shape;494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95" name="Google Shape;495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96" name="Google Shape;496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7" name="Google Shape;497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8" name="Google Shape;498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9" name="Google Shape;499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0" name="Google Shape;500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1" name="Google Shape;501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2" name="Google Shape;502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3" name="Google Shape;503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4" name="Google Shape;504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5" name="Google Shape;505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6" name="Google Shape;506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7" name="Google Shape;507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8" name="Google Shape;508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9" name="Google Shape;509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0" name="Google Shape;510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1" name="Google Shape;511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2" name="Google Shape;512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3" name="Google Shape;513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4" name="Google Shape;514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5" name="Google Shape;515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6" name="Google Shape;516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7" name="Google Shape;517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8" name="Google Shape;518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9" name="Google Shape;519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0" name="Google Shape;520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1" name="Google Shape;521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2" name="Google Shape;522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3" name="Google Shape;523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24" name="Google Shape;524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5" name="Google Shape;525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6" name="Google Shape;526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7" name="Google Shape;527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8" name="Google Shape;528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9" name="Google Shape;529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0" name="Google Shape;530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1" name="Google Shape;531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532" name="Google Shape;532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38" name="Google Shape;538;p13"/>
          <p:cNvSpPr txBox="1"/>
          <p:nvPr>
            <p:ph idx="1" type="subTitle"/>
          </p:nvPr>
        </p:nvSpPr>
        <p:spPr>
          <a:xfrm>
            <a:off x="5784713" y="1520950"/>
            <a:ext cx="24687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9" name="Google Shape;539;p13"/>
          <p:cNvSpPr txBox="1"/>
          <p:nvPr>
            <p:ph hasCustomPrompt="1" idx="2" type="title"/>
          </p:nvPr>
        </p:nvSpPr>
        <p:spPr>
          <a:xfrm>
            <a:off x="890575" y="1520950"/>
            <a:ext cx="976800" cy="484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0" name="Google Shape;540;p13"/>
          <p:cNvSpPr txBox="1"/>
          <p:nvPr>
            <p:ph idx="3" type="subTitle"/>
          </p:nvPr>
        </p:nvSpPr>
        <p:spPr>
          <a:xfrm>
            <a:off x="1954644" y="1520950"/>
            <a:ext cx="37428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1" name="Google Shape;541;p13"/>
          <p:cNvSpPr txBox="1"/>
          <p:nvPr>
            <p:ph idx="4" type="subTitle"/>
          </p:nvPr>
        </p:nvSpPr>
        <p:spPr>
          <a:xfrm>
            <a:off x="5784713" y="2154035"/>
            <a:ext cx="24687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2" name="Google Shape;542;p13"/>
          <p:cNvSpPr txBox="1"/>
          <p:nvPr>
            <p:ph hasCustomPrompt="1" idx="5" type="title"/>
          </p:nvPr>
        </p:nvSpPr>
        <p:spPr>
          <a:xfrm>
            <a:off x="890575" y="2154035"/>
            <a:ext cx="976800" cy="484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3" name="Google Shape;543;p13"/>
          <p:cNvSpPr txBox="1"/>
          <p:nvPr>
            <p:ph idx="6" type="subTitle"/>
          </p:nvPr>
        </p:nvSpPr>
        <p:spPr>
          <a:xfrm>
            <a:off x="1954644" y="2154035"/>
            <a:ext cx="37428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4" name="Google Shape;544;p13"/>
          <p:cNvSpPr txBox="1"/>
          <p:nvPr>
            <p:ph idx="7" type="subTitle"/>
          </p:nvPr>
        </p:nvSpPr>
        <p:spPr>
          <a:xfrm>
            <a:off x="5784713" y="2787120"/>
            <a:ext cx="24687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5" name="Google Shape;545;p13"/>
          <p:cNvSpPr txBox="1"/>
          <p:nvPr>
            <p:ph hasCustomPrompt="1" idx="8" type="title"/>
          </p:nvPr>
        </p:nvSpPr>
        <p:spPr>
          <a:xfrm>
            <a:off x="890575" y="2787120"/>
            <a:ext cx="976800" cy="484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6" name="Google Shape;546;p13"/>
          <p:cNvSpPr txBox="1"/>
          <p:nvPr>
            <p:ph idx="9" type="subTitle"/>
          </p:nvPr>
        </p:nvSpPr>
        <p:spPr>
          <a:xfrm>
            <a:off x="1954644" y="2787120"/>
            <a:ext cx="37428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7" name="Google Shape;547;p13"/>
          <p:cNvSpPr txBox="1"/>
          <p:nvPr>
            <p:ph idx="13" type="subTitle"/>
          </p:nvPr>
        </p:nvSpPr>
        <p:spPr>
          <a:xfrm>
            <a:off x="5784713" y="3420205"/>
            <a:ext cx="24687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8" name="Google Shape;548;p13"/>
          <p:cNvSpPr txBox="1"/>
          <p:nvPr>
            <p:ph hasCustomPrompt="1" idx="14" type="title"/>
          </p:nvPr>
        </p:nvSpPr>
        <p:spPr>
          <a:xfrm>
            <a:off x="890575" y="3420205"/>
            <a:ext cx="976800" cy="484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9" name="Google Shape;549;p13"/>
          <p:cNvSpPr txBox="1"/>
          <p:nvPr>
            <p:ph idx="15" type="subTitle"/>
          </p:nvPr>
        </p:nvSpPr>
        <p:spPr>
          <a:xfrm>
            <a:off x="1954644" y="3420205"/>
            <a:ext cx="37428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50" name="Google Shape;550;p13"/>
          <p:cNvSpPr txBox="1"/>
          <p:nvPr>
            <p:ph idx="16" type="subTitle"/>
          </p:nvPr>
        </p:nvSpPr>
        <p:spPr>
          <a:xfrm>
            <a:off x="5784713" y="4053290"/>
            <a:ext cx="24687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1" name="Google Shape;551;p13"/>
          <p:cNvSpPr txBox="1"/>
          <p:nvPr>
            <p:ph hasCustomPrompt="1" idx="17" type="title"/>
          </p:nvPr>
        </p:nvSpPr>
        <p:spPr>
          <a:xfrm>
            <a:off x="890575" y="4053290"/>
            <a:ext cx="976800" cy="484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2" name="Google Shape;552;p13"/>
          <p:cNvSpPr txBox="1"/>
          <p:nvPr>
            <p:ph idx="18" type="subTitle"/>
          </p:nvPr>
        </p:nvSpPr>
        <p:spPr>
          <a:xfrm>
            <a:off x="1954644" y="4053290"/>
            <a:ext cx="37428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553" name="Google Shape;553;p13"/>
          <p:cNvGrpSpPr/>
          <p:nvPr/>
        </p:nvGrpSpPr>
        <p:grpSpPr>
          <a:xfrm>
            <a:off x="-3773061" y="-978862"/>
            <a:ext cx="5036265" cy="4113315"/>
            <a:chOff x="4780389" y="2513201"/>
            <a:chExt cx="5036265" cy="4113315"/>
          </a:xfrm>
        </p:grpSpPr>
        <p:grpSp>
          <p:nvGrpSpPr>
            <p:cNvPr id="554" name="Google Shape;554;p1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55" name="Google Shape;555;p1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56" name="Google Shape;556;p1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57" name="Google Shape;557;p1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558" name="Google Shape;558;p1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9" name="Google Shape;559;p1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0" name="Google Shape;560;p1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1" name="Google Shape;561;p1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2" name="Google Shape;562;p1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3" name="Google Shape;563;p1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4" name="Google Shape;564;p1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5" name="Google Shape;565;p1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6" name="Google Shape;566;p1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7" name="Google Shape;567;p1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8" name="Google Shape;568;p1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9" name="Google Shape;569;p1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0" name="Google Shape;570;p1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1" name="Google Shape;571;p1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2" name="Google Shape;572;p1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3" name="Google Shape;573;p1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4" name="Google Shape;574;p1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5" name="Google Shape;575;p1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6" name="Google Shape;576;p1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7" name="Google Shape;577;p1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8" name="Google Shape;578;p1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9" name="Google Shape;579;p1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0" name="Google Shape;580;p1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1" name="Google Shape;581;p1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2" name="Google Shape;582;p1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3" name="Google Shape;583;p1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4" name="Google Shape;584;p1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5" name="Google Shape;585;p1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86" name="Google Shape;586;p1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7" name="Google Shape;587;p1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8" name="Google Shape;588;p1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9" name="Google Shape;589;p1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0" name="Google Shape;590;p1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1" name="Google Shape;591;p1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2" name="Google Shape;592;p1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3" name="Google Shape;593;p1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594" name="Google Shape;594;p1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4"/>
          <p:cNvSpPr txBox="1"/>
          <p:nvPr>
            <p:ph type="title"/>
          </p:nvPr>
        </p:nvSpPr>
        <p:spPr>
          <a:xfrm>
            <a:off x="3424066" y="3475500"/>
            <a:ext cx="50067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99" name="Google Shape;599;p14"/>
          <p:cNvSpPr txBox="1"/>
          <p:nvPr>
            <p:ph idx="1" type="subTitle"/>
          </p:nvPr>
        </p:nvSpPr>
        <p:spPr>
          <a:xfrm>
            <a:off x="3423950" y="1025400"/>
            <a:ext cx="5006700" cy="245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600" name="Google Shape;600;p14"/>
          <p:cNvGrpSpPr/>
          <p:nvPr/>
        </p:nvGrpSpPr>
        <p:grpSpPr>
          <a:xfrm>
            <a:off x="7107962" y="-355553"/>
            <a:ext cx="1934332" cy="1332011"/>
            <a:chOff x="7107962" y="-355553"/>
            <a:chExt cx="1934332" cy="1332011"/>
          </a:xfrm>
        </p:grpSpPr>
        <p:sp>
          <p:nvSpPr>
            <p:cNvPr id="601" name="Google Shape;601;p14"/>
            <p:cNvSpPr/>
            <p:nvPr/>
          </p:nvSpPr>
          <p:spPr>
            <a:xfrm flipH="1" rot="-157512">
              <a:off x="7124135" y="209124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4"/>
            <p:cNvSpPr/>
            <p:nvPr/>
          </p:nvSpPr>
          <p:spPr>
            <a:xfrm flipH="1" rot="-157512">
              <a:off x="7112323" y="35256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4"/>
            <p:cNvSpPr/>
            <p:nvPr/>
          </p:nvSpPr>
          <p:spPr>
            <a:xfrm flipH="1" rot="-157512">
              <a:off x="7729061" y="729798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4"/>
            <p:cNvSpPr/>
            <p:nvPr/>
          </p:nvSpPr>
          <p:spPr>
            <a:xfrm flipH="1" rot="-157512">
              <a:off x="7756527" y="-354275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4"/>
            <p:cNvSpPr/>
            <p:nvPr/>
          </p:nvSpPr>
          <p:spPr>
            <a:xfrm flipH="1" rot="-157512">
              <a:off x="8076682" y="-309131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4"/>
            <p:cNvSpPr/>
            <p:nvPr/>
          </p:nvSpPr>
          <p:spPr>
            <a:xfrm flipH="1" rot="-157512">
              <a:off x="7450823" y="-324986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4"/>
            <p:cNvSpPr/>
            <p:nvPr/>
          </p:nvSpPr>
          <p:spPr>
            <a:xfrm flipH="1" rot="-157512">
              <a:off x="8375904" y="240832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4"/>
            <p:cNvSpPr/>
            <p:nvPr/>
          </p:nvSpPr>
          <p:spPr>
            <a:xfrm flipH="1" rot="-157512">
              <a:off x="7750020" y="224978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9" name="Google Shape;609;p14"/>
          <p:cNvGrpSpPr/>
          <p:nvPr/>
        </p:nvGrpSpPr>
        <p:grpSpPr>
          <a:xfrm>
            <a:off x="108580" y="3475490"/>
            <a:ext cx="1961773" cy="2399979"/>
            <a:chOff x="108580" y="3135490"/>
            <a:chExt cx="1961773" cy="2399979"/>
          </a:xfrm>
        </p:grpSpPr>
        <p:sp>
          <p:nvSpPr>
            <p:cNvPr id="610" name="Google Shape;610;p14"/>
            <p:cNvSpPr/>
            <p:nvPr/>
          </p:nvSpPr>
          <p:spPr>
            <a:xfrm flipH="1" rot="-157512">
              <a:off x="1392148" y="33295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4"/>
            <p:cNvSpPr/>
            <p:nvPr/>
          </p:nvSpPr>
          <p:spPr>
            <a:xfrm flipH="1" rot="-157512">
              <a:off x="1064998" y="38641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4"/>
            <p:cNvSpPr/>
            <p:nvPr/>
          </p:nvSpPr>
          <p:spPr>
            <a:xfrm flipH="1" rot="-157512">
              <a:off x="1364223" y="440671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4"/>
            <p:cNvSpPr/>
            <p:nvPr/>
          </p:nvSpPr>
          <p:spPr>
            <a:xfrm flipH="1" rot="-157512">
              <a:off x="119483" y="438279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4" name="Google Shape;614;p14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615" name="Google Shape;615;p14"/>
              <p:cNvSpPr/>
              <p:nvPr/>
            </p:nvSpPr>
            <p:spPr>
              <a:xfrm flipH="1" rot="-157512">
                <a:off x="1376547" y="4265784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14"/>
              <p:cNvSpPr/>
              <p:nvPr/>
            </p:nvSpPr>
            <p:spPr>
              <a:xfrm flipH="1" rot="-157512">
                <a:off x="1077325" y="3715820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14"/>
              <p:cNvSpPr/>
              <p:nvPr/>
            </p:nvSpPr>
            <p:spPr>
              <a:xfrm flipH="1" rot="-157512">
                <a:off x="1404013" y="3181711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14"/>
              <p:cNvSpPr/>
              <p:nvPr/>
            </p:nvSpPr>
            <p:spPr>
              <a:xfrm flipH="1" rot="-157512">
                <a:off x="451466" y="3699965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14"/>
              <p:cNvSpPr/>
              <p:nvPr/>
            </p:nvSpPr>
            <p:spPr>
              <a:xfrm flipH="1" rot="-157512">
                <a:off x="152244" y="3150001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14"/>
              <p:cNvSpPr/>
              <p:nvPr/>
            </p:nvSpPr>
            <p:spPr>
              <a:xfrm flipH="1" rot="-157512">
                <a:off x="778129" y="316585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14"/>
              <p:cNvSpPr/>
              <p:nvPr/>
            </p:nvSpPr>
            <p:spPr>
              <a:xfrm flipH="1" rot="-157512">
                <a:off x="124753" y="4234050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14"/>
              <p:cNvSpPr/>
              <p:nvPr/>
            </p:nvSpPr>
            <p:spPr>
              <a:xfrm flipH="1" rot="-157512">
                <a:off x="423974" y="4784014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14"/>
              <p:cNvSpPr/>
              <p:nvPr/>
            </p:nvSpPr>
            <p:spPr>
              <a:xfrm flipH="1" rot="-157512">
                <a:off x="1049859" y="479989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5" name="Google Shape;625;p15"/>
          <p:cNvGrpSpPr/>
          <p:nvPr/>
        </p:nvGrpSpPr>
        <p:grpSpPr>
          <a:xfrm rot="10800000">
            <a:off x="5530217" y="3662226"/>
            <a:ext cx="3811962" cy="1913484"/>
            <a:chOff x="4673664" y="4413931"/>
            <a:chExt cx="3811962" cy="1913484"/>
          </a:xfrm>
        </p:grpSpPr>
        <p:grpSp>
          <p:nvGrpSpPr>
            <p:cNvPr id="626" name="Google Shape;626;p15"/>
            <p:cNvGrpSpPr/>
            <p:nvPr/>
          </p:nvGrpSpPr>
          <p:grpSpPr>
            <a:xfrm>
              <a:off x="4673664" y="4413931"/>
              <a:ext cx="3811962" cy="1913484"/>
              <a:chOff x="3825164" y="2626856"/>
              <a:chExt cx="3811962" cy="1913484"/>
            </a:xfrm>
          </p:grpSpPr>
          <p:sp>
            <p:nvSpPr>
              <p:cNvPr id="627" name="Google Shape;627;p15"/>
              <p:cNvSpPr/>
              <p:nvPr/>
            </p:nvSpPr>
            <p:spPr>
              <a:xfrm rot="157512">
                <a:off x="3841337" y="2720667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0" y="6321"/>
                    </a:lnTo>
                    <a:lnTo>
                      <a:pt x="11975" y="0"/>
                    </a:lnTo>
                    <a:lnTo>
                      <a:pt x="0" y="8102"/>
                    </a:lnTo>
                    <a:lnTo>
                      <a:pt x="1029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15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15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15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15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rect b="b" l="l" r="r" t="t"/>
                <a:pathLst>
                  <a:path extrusionOk="0" fill="none" h="28846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15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15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15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15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15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15"/>
              <p:cNvSpPr/>
              <p:nvPr/>
            </p:nvSpPr>
            <p:spPr>
              <a:xfrm rot="157512">
                <a:off x="3868779" y="3804714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4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2"/>
                    </a:lnTo>
                    <a:lnTo>
                      <a:pt x="1030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15"/>
              <p:cNvSpPr/>
              <p:nvPr/>
            </p:nvSpPr>
            <p:spPr>
              <a:xfrm rot="157512">
                <a:off x="4494689" y="3788860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15"/>
              <p:cNvSpPr/>
              <p:nvPr/>
            </p:nvSpPr>
            <p:spPr>
              <a:xfrm rot="157512">
                <a:off x="5120574" y="3773006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40" name="Google Shape;640;p15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15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15"/>
            <p:cNvSpPr/>
            <p:nvPr/>
          </p:nvSpPr>
          <p:spPr>
            <a:xfrm rot="157512">
              <a:off x="5957267" y="6080755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15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4" name="Google Shape;644;p15"/>
          <p:cNvSpPr txBox="1"/>
          <p:nvPr>
            <p:ph type="title"/>
          </p:nvPr>
        </p:nvSpPr>
        <p:spPr>
          <a:xfrm>
            <a:off x="720000" y="1354363"/>
            <a:ext cx="3594000" cy="16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45" name="Google Shape;645;p15"/>
          <p:cNvSpPr txBox="1"/>
          <p:nvPr>
            <p:ph idx="1" type="subTitle"/>
          </p:nvPr>
        </p:nvSpPr>
        <p:spPr>
          <a:xfrm>
            <a:off x="720000" y="2986350"/>
            <a:ext cx="3594000" cy="9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6" name="Google Shape;646;p15"/>
          <p:cNvSpPr/>
          <p:nvPr>
            <p:ph idx="2" type="pic"/>
          </p:nvPr>
        </p:nvSpPr>
        <p:spPr>
          <a:xfrm>
            <a:off x="4627875" y="778125"/>
            <a:ext cx="3627900" cy="3762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6"/>
          <p:cNvSpPr txBox="1"/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49" name="Google Shape;649;p16"/>
          <p:cNvSpPr txBox="1"/>
          <p:nvPr>
            <p:ph idx="1" type="subTitle"/>
          </p:nvPr>
        </p:nvSpPr>
        <p:spPr>
          <a:xfrm>
            <a:off x="720000" y="1448250"/>
            <a:ext cx="44664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naheim"/>
              <a:buChar char="◆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  <p:grpSp>
        <p:nvGrpSpPr>
          <p:cNvPr id="650" name="Google Shape;650;p16"/>
          <p:cNvGrpSpPr/>
          <p:nvPr/>
        </p:nvGrpSpPr>
        <p:grpSpPr>
          <a:xfrm rot="10800000">
            <a:off x="5530217" y="3471726"/>
            <a:ext cx="3811962" cy="1913484"/>
            <a:chOff x="4673664" y="4413931"/>
            <a:chExt cx="3811962" cy="1913484"/>
          </a:xfrm>
        </p:grpSpPr>
        <p:grpSp>
          <p:nvGrpSpPr>
            <p:cNvPr id="651" name="Google Shape;651;p16"/>
            <p:cNvGrpSpPr/>
            <p:nvPr/>
          </p:nvGrpSpPr>
          <p:grpSpPr>
            <a:xfrm>
              <a:off x="4673664" y="4413931"/>
              <a:ext cx="3811962" cy="1913484"/>
              <a:chOff x="3825164" y="2626856"/>
              <a:chExt cx="3811962" cy="1913484"/>
            </a:xfrm>
          </p:grpSpPr>
          <p:sp>
            <p:nvSpPr>
              <p:cNvPr id="652" name="Google Shape;652;p16"/>
              <p:cNvSpPr/>
              <p:nvPr/>
            </p:nvSpPr>
            <p:spPr>
              <a:xfrm rot="157512">
                <a:off x="3841337" y="2720667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0" y="6321"/>
                    </a:lnTo>
                    <a:lnTo>
                      <a:pt x="11975" y="0"/>
                    </a:lnTo>
                    <a:lnTo>
                      <a:pt x="0" y="8102"/>
                    </a:lnTo>
                    <a:lnTo>
                      <a:pt x="1029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16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" name="Google Shape;654;p16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6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6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rect b="b" l="l" r="r" t="t"/>
                <a:pathLst>
                  <a:path extrusionOk="0" fill="none" h="28846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6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16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16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6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6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6"/>
              <p:cNvSpPr/>
              <p:nvPr/>
            </p:nvSpPr>
            <p:spPr>
              <a:xfrm rot="157512">
                <a:off x="3868779" y="3804714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4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2"/>
                    </a:lnTo>
                    <a:lnTo>
                      <a:pt x="1030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6"/>
              <p:cNvSpPr/>
              <p:nvPr/>
            </p:nvSpPr>
            <p:spPr>
              <a:xfrm rot="157512">
                <a:off x="4494689" y="3788860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6"/>
              <p:cNvSpPr/>
              <p:nvPr/>
            </p:nvSpPr>
            <p:spPr>
              <a:xfrm rot="157512">
                <a:off x="5120574" y="3773006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65" name="Google Shape;665;p16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 rot="157512">
              <a:off x="5957267" y="6080755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7"/>
          <p:cNvSpPr txBox="1"/>
          <p:nvPr>
            <p:ph type="title"/>
          </p:nvPr>
        </p:nvSpPr>
        <p:spPr>
          <a:xfrm>
            <a:off x="5026800" y="1720586"/>
            <a:ext cx="3157500" cy="107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71" name="Google Shape;671;p17"/>
          <p:cNvSpPr txBox="1"/>
          <p:nvPr>
            <p:ph idx="1" type="subTitle"/>
          </p:nvPr>
        </p:nvSpPr>
        <p:spPr>
          <a:xfrm>
            <a:off x="5027018" y="2799063"/>
            <a:ext cx="31575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72" name="Google Shape;672;p17"/>
          <p:cNvGrpSpPr/>
          <p:nvPr/>
        </p:nvGrpSpPr>
        <p:grpSpPr>
          <a:xfrm>
            <a:off x="-958305" y="3475515"/>
            <a:ext cx="1961773" cy="2399979"/>
            <a:chOff x="108580" y="3135490"/>
            <a:chExt cx="1961773" cy="2399979"/>
          </a:xfrm>
        </p:grpSpPr>
        <p:sp>
          <p:nvSpPr>
            <p:cNvPr id="673" name="Google Shape;673;p17"/>
            <p:cNvSpPr/>
            <p:nvPr/>
          </p:nvSpPr>
          <p:spPr>
            <a:xfrm flipH="1" rot="-157512">
              <a:off x="1392148" y="33295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7"/>
            <p:cNvSpPr/>
            <p:nvPr/>
          </p:nvSpPr>
          <p:spPr>
            <a:xfrm flipH="1" rot="-157512">
              <a:off x="1064998" y="38641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7"/>
            <p:cNvSpPr/>
            <p:nvPr/>
          </p:nvSpPr>
          <p:spPr>
            <a:xfrm flipH="1" rot="-157512">
              <a:off x="1364223" y="440671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7"/>
            <p:cNvSpPr/>
            <p:nvPr/>
          </p:nvSpPr>
          <p:spPr>
            <a:xfrm flipH="1" rot="-157512">
              <a:off x="119483" y="438279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77" name="Google Shape;677;p17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678" name="Google Shape;678;p17"/>
              <p:cNvSpPr/>
              <p:nvPr/>
            </p:nvSpPr>
            <p:spPr>
              <a:xfrm flipH="1" rot="-157512">
                <a:off x="1376547" y="4265784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17"/>
              <p:cNvSpPr/>
              <p:nvPr/>
            </p:nvSpPr>
            <p:spPr>
              <a:xfrm flipH="1" rot="-157512">
                <a:off x="1077325" y="3715820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17"/>
              <p:cNvSpPr/>
              <p:nvPr/>
            </p:nvSpPr>
            <p:spPr>
              <a:xfrm flipH="1" rot="-157512">
                <a:off x="1404013" y="3181711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17"/>
              <p:cNvSpPr/>
              <p:nvPr/>
            </p:nvSpPr>
            <p:spPr>
              <a:xfrm flipH="1" rot="-157512">
                <a:off x="451466" y="3699965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17"/>
              <p:cNvSpPr/>
              <p:nvPr/>
            </p:nvSpPr>
            <p:spPr>
              <a:xfrm flipH="1" rot="-157512">
                <a:off x="152244" y="3150001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17"/>
              <p:cNvSpPr/>
              <p:nvPr/>
            </p:nvSpPr>
            <p:spPr>
              <a:xfrm flipH="1" rot="-157512">
                <a:off x="778129" y="316585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17"/>
              <p:cNvSpPr/>
              <p:nvPr/>
            </p:nvSpPr>
            <p:spPr>
              <a:xfrm flipH="1" rot="-157512">
                <a:off x="124753" y="4234050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17"/>
              <p:cNvSpPr/>
              <p:nvPr/>
            </p:nvSpPr>
            <p:spPr>
              <a:xfrm flipH="1" rot="-157512">
                <a:off x="423974" y="4784014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17"/>
              <p:cNvSpPr/>
              <p:nvPr/>
            </p:nvSpPr>
            <p:spPr>
              <a:xfrm flipH="1" rot="-157512">
                <a:off x="1049859" y="479989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87" name="Google Shape;687;p17"/>
          <p:cNvGrpSpPr/>
          <p:nvPr/>
        </p:nvGrpSpPr>
        <p:grpSpPr>
          <a:xfrm>
            <a:off x="7250837" y="-355553"/>
            <a:ext cx="1934332" cy="1332011"/>
            <a:chOff x="7107962" y="-355553"/>
            <a:chExt cx="1934332" cy="1332011"/>
          </a:xfrm>
        </p:grpSpPr>
        <p:sp>
          <p:nvSpPr>
            <p:cNvPr id="688" name="Google Shape;688;p17"/>
            <p:cNvSpPr/>
            <p:nvPr/>
          </p:nvSpPr>
          <p:spPr>
            <a:xfrm flipH="1" rot="-157512">
              <a:off x="7124135" y="209124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7"/>
            <p:cNvSpPr/>
            <p:nvPr/>
          </p:nvSpPr>
          <p:spPr>
            <a:xfrm flipH="1" rot="-157512">
              <a:off x="7112323" y="35256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7"/>
            <p:cNvSpPr/>
            <p:nvPr/>
          </p:nvSpPr>
          <p:spPr>
            <a:xfrm flipH="1" rot="-157512">
              <a:off x="7729061" y="729798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7"/>
            <p:cNvSpPr/>
            <p:nvPr/>
          </p:nvSpPr>
          <p:spPr>
            <a:xfrm flipH="1" rot="-157512">
              <a:off x="7756527" y="-354275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7"/>
            <p:cNvSpPr/>
            <p:nvPr/>
          </p:nvSpPr>
          <p:spPr>
            <a:xfrm flipH="1" rot="-157512">
              <a:off x="8076682" y="-309131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7"/>
            <p:cNvSpPr/>
            <p:nvPr/>
          </p:nvSpPr>
          <p:spPr>
            <a:xfrm flipH="1" rot="-157512">
              <a:off x="7450823" y="-324986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7"/>
            <p:cNvSpPr/>
            <p:nvPr/>
          </p:nvSpPr>
          <p:spPr>
            <a:xfrm flipH="1" rot="-157512">
              <a:off x="8375904" y="240832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7"/>
            <p:cNvSpPr/>
            <p:nvPr/>
          </p:nvSpPr>
          <p:spPr>
            <a:xfrm flipH="1" rot="-157512">
              <a:off x="7750020" y="224978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2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7" name="Google Shape;697;p18"/>
          <p:cNvGrpSpPr/>
          <p:nvPr/>
        </p:nvGrpSpPr>
        <p:grpSpPr>
          <a:xfrm flipH="1">
            <a:off x="7223396" y="3475515"/>
            <a:ext cx="1961773" cy="2399979"/>
            <a:chOff x="108580" y="3135490"/>
            <a:chExt cx="1961773" cy="2399979"/>
          </a:xfrm>
        </p:grpSpPr>
        <p:sp>
          <p:nvSpPr>
            <p:cNvPr id="698" name="Google Shape;698;p18"/>
            <p:cNvSpPr/>
            <p:nvPr/>
          </p:nvSpPr>
          <p:spPr>
            <a:xfrm flipH="1" rot="-157512">
              <a:off x="1392148" y="33295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8"/>
            <p:cNvSpPr/>
            <p:nvPr/>
          </p:nvSpPr>
          <p:spPr>
            <a:xfrm flipH="1" rot="-157512">
              <a:off x="1064998" y="38641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8"/>
            <p:cNvSpPr/>
            <p:nvPr/>
          </p:nvSpPr>
          <p:spPr>
            <a:xfrm flipH="1" rot="-157512">
              <a:off x="1364223" y="440671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8"/>
            <p:cNvSpPr/>
            <p:nvPr/>
          </p:nvSpPr>
          <p:spPr>
            <a:xfrm flipH="1" rot="-157512">
              <a:off x="119483" y="438279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02" name="Google Shape;702;p18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03" name="Google Shape;703;p18"/>
              <p:cNvSpPr/>
              <p:nvPr/>
            </p:nvSpPr>
            <p:spPr>
              <a:xfrm flipH="1" rot="-157512">
                <a:off x="1376547" y="4265784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18"/>
              <p:cNvSpPr/>
              <p:nvPr/>
            </p:nvSpPr>
            <p:spPr>
              <a:xfrm flipH="1" rot="-157512">
                <a:off x="1077325" y="3715820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18"/>
              <p:cNvSpPr/>
              <p:nvPr/>
            </p:nvSpPr>
            <p:spPr>
              <a:xfrm flipH="1" rot="-157512">
                <a:off x="1404013" y="3181711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18"/>
              <p:cNvSpPr/>
              <p:nvPr/>
            </p:nvSpPr>
            <p:spPr>
              <a:xfrm flipH="1" rot="-157512">
                <a:off x="451466" y="3699965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18"/>
              <p:cNvSpPr/>
              <p:nvPr/>
            </p:nvSpPr>
            <p:spPr>
              <a:xfrm flipH="1" rot="-157512">
                <a:off x="152244" y="3150001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18"/>
              <p:cNvSpPr/>
              <p:nvPr/>
            </p:nvSpPr>
            <p:spPr>
              <a:xfrm flipH="1" rot="-157512">
                <a:off x="778129" y="316585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18"/>
              <p:cNvSpPr/>
              <p:nvPr/>
            </p:nvSpPr>
            <p:spPr>
              <a:xfrm flipH="1" rot="-157512">
                <a:off x="124753" y="4234050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18"/>
              <p:cNvSpPr/>
              <p:nvPr/>
            </p:nvSpPr>
            <p:spPr>
              <a:xfrm flipH="1" rot="-157512">
                <a:off x="423974" y="4784014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18"/>
              <p:cNvSpPr/>
              <p:nvPr/>
            </p:nvSpPr>
            <p:spPr>
              <a:xfrm flipH="1" rot="-157512">
                <a:off x="1049859" y="479989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12" name="Google Shape;712;p18"/>
          <p:cNvGrpSpPr/>
          <p:nvPr/>
        </p:nvGrpSpPr>
        <p:grpSpPr>
          <a:xfrm flipH="1">
            <a:off x="-253943" y="-355553"/>
            <a:ext cx="1934332" cy="1332011"/>
            <a:chOff x="7107962" y="-355553"/>
            <a:chExt cx="1934332" cy="1332011"/>
          </a:xfrm>
        </p:grpSpPr>
        <p:sp>
          <p:nvSpPr>
            <p:cNvPr id="713" name="Google Shape;713;p18"/>
            <p:cNvSpPr/>
            <p:nvPr/>
          </p:nvSpPr>
          <p:spPr>
            <a:xfrm flipH="1" rot="-157512">
              <a:off x="7124135" y="209124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8"/>
            <p:cNvSpPr/>
            <p:nvPr/>
          </p:nvSpPr>
          <p:spPr>
            <a:xfrm flipH="1" rot="-157512">
              <a:off x="7112323" y="35256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8"/>
            <p:cNvSpPr/>
            <p:nvPr/>
          </p:nvSpPr>
          <p:spPr>
            <a:xfrm flipH="1" rot="-157512">
              <a:off x="7729061" y="729798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8"/>
            <p:cNvSpPr/>
            <p:nvPr/>
          </p:nvSpPr>
          <p:spPr>
            <a:xfrm flipH="1" rot="-157512">
              <a:off x="7756527" y="-354275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8"/>
            <p:cNvSpPr/>
            <p:nvPr/>
          </p:nvSpPr>
          <p:spPr>
            <a:xfrm flipH="1" rot="-157512">
              <a:off x="8076682" y="-309131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8"/>
            <p:cNvSpPr/>
            <p:nvPr/>
          </p:nvSpPr>
          <p:spPr>
            <a:xfrm flipH="1" rot="-157512">
              <a:off x="7450823" y="-324986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8"/>
            <p:cNvSpPr/>
            <p:nvPr/>
          </p:nvSpPr>
          <p:spPr>
            <a:xfrm flipH="1" rot="-157512">
              <a:off x="8375904" y="240832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8"/>
            <p:cNvSpPr/>
            <p:nvPr/>
          </p:nvSpPr>
          <p:spPr>
            <a:xfrm flipH="1" rot="-157512">
              <a:off x="7750020" y="224978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1" name="Google Shape;721;p18"/>
          <p:cNvSpPr txBox="1"/>
          <p:nvPr>
            <p:ph type="title"/>
          </p:nvPr>
        </p:nvSpPr>
        <p:spPr>
          <a:xfrm>
            <a:off x="720000" y="1673500"/>
            <a:ext cx="4466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22" name="Google Shape;722;p18"/>
          <p:cNvSpPr txBox="1"/>
          <p:nvPr>
            <p:ph idx="1" type="subTitle"/>
          </p:nvPr>
        </p:nvSpPr>
        <p:spPr>
          <a:xfrm>
            <a:off x="720000" y="2246200"/>
            <a:ext cx="4466400" cy="13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naheim"/>
              <a:buChar char="◆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3"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9"/>
          <p:cNvSpPr txBox="1"/>
          <p:nvPr>
            <p:ph type="title"/>
          </p:nvPr>
        </p:nvSpPr>
        <p:spPr>
          <a:xfrm>
            <a:off x="5026800" y="2001148"/>
            <a:ext cx="3157500" cy="57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25" name="Google Shape;725;p19"/>
          <p:cNvSpPr txBox="1"/>
          <p:nvPr>
            <p:ph idx="1" type="subTitle"/>
          </p:nvPr>
        </p:nvSpPr>
        <p:spPr>
          <a:xfrm>
            <a:off x="5027025" y="2577134"/>
            <a:ext cx="3157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26" name="Google Shape;726;p19"/>
          <p:cNvGrpSpPr/>
          <p:nvPr/>
        </p:nvGrpSpPr>
        <p:grpSpPr>
          <a:xfrm>
            <a:off x="6950792" y="-147006"/>
            <a:ext cx="2532725" cy="1881750"/>
            <a:chOff x="7221517" y="-507956"/>
            <a:chExt cx="2532725" cy="1881750"/>
          </a:xfrm>
        </p:grpSpPr>
        <p:sp>
          <p:nvSpPr>
            <p:cNvPr id="727" name="Google Shape;727;p19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9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9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9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9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9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9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9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9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9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7" name="Google Shape;737;p19"/>
          <p:cNvGrpSpPr/>
          <p:nvPr/>
        </p:nvGrpSpPr>
        <p:grpSpPr>
          <a:xfrm>
            <a:off x="6399342" y="3763244"/>
            <a:ext cx="2532725" cy="1881750"/>
            <a:chOff x="7221517" y="-507956"/>
            <a:chExt cx="2532725" cy="1881750"/>
          </a:xfrm>
        </p:grpSpPr>
        <p:sp>
          <p:nvSpPr>
            <p:cNvPr id="738" name="Google Shape;738;p19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9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9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9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9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9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9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9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9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9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50" name="Google Shape;750;p20"/>
          <p:cNvSpPr txBox="1"/>
          <p:nvPr>
            <p:ph idx="1" type="subTitle"/>
          </p:nvPr>
        </p:nvSpPr>
        <p:spPr>
          <a:xfrm>
            <a:off x="4236935" y="3459222"/>
            <a:ext cx="25056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20"/>
          <p:cNvSpPr txBox="1"/>
          <p:nvPr>
            <p:ph idx="2" type="subTitle"/>
          </p:nvPr>
        </p:nvSpPr>
        <p:spPr>
          <a:xfrm>
            <a:off x="2401463" y="2055647"/>
            <a:ext cx="25056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20"/>
          <p:cNvSpPr txBox="1"/>
          <p:nvPr>
            <p:ph idx="3" type="subTitle"/>
          </p:nvPr>
        </p:nvSpPr>
        <p:spPr>
          <a:xfrm>
            <a:off x="2401463" y="1598450"/>
            <a:ext cx="2505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3" name="Google Shape;753;p20"/>
          <p:cNvSpPr txBox="1"/>
          <p:nvPr>
            <p:ph idx="4" type="subTitle"/>
          </p:nvPr>
        </p:nvSpPr>
        <p:spPr>
          <a:xfrm>
            <a:off x="4236938" y="3002025"/>
            <a:ext cx="2505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754" name="Google Shape;754;p20"/>
          <p:cNvGrpSpPr/>
          <p:nvPr/>
        </p:nvGrpSpPr>
        <p:grpSpPr>
          <a:xfrm rot="-121718">
            <a:off x="7509504" y="-374087"/>
            <a:ext cx="1961826" cy="2400044"/>
            <a:chOff x="108580" y="3135490"/>
            <a:chExt cx="1961773" cy="2399979"/>
          </a:xfrm>
        </p:grpSpPr>
        <p:sp>
          <p:nvSpPr>
            <p:cNvPr id="755" name="Google Shape;755;p20"/>
            <p:cNvSpPr/>
            <p:nvPr/>
          </p:nvSpPr>
          <p:spPr>
            <a:xfrm flipH="1" rot="-157512">
              <a:off x="1392148" y="33295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0"/>
            <p:cNvSpPr/>
            <p:nvPr/>
          </p:nvSpPr>
          <p:spPr>
            <a:xfrm flipH="1" rot="-157512">
              <a:off x="1064998" y="38641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0"/>
            <p:cNvSpPr/>
            <p:nvPr/>
          </p:nvSpPr>
          <p:spPr>
            <a:xfrm flipH="1" rot="-157512">
              <a:off x="1364223" y="440671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0"/>
            <p:cNvSpPr/>
            <p:nvPr/>
          </p:nvSpPr>
          <p:spPr>
            <a:xfrm flipH="1" rot="-157512">
              <a:off x="119483" y="438279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59" name="Google Shape;759;p20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60" name="Google Shape;760;p20"/>
              <p:cNvSpPr/>
              <p:nvPr/>
            </p:nvSpPr>
            <p:spPr>
              <a:xfrm flipH="1" rot="-157512">
                <a:off x="1376547" y="4265784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20"/>
              <p:cNvSpPr/>
              <p:nvPr/>
            </p:nvSpPr>
            <p:spPr>
              <a:xfrm flipH="1" rot="-157512">
                <a:off x="1077325" y="3715820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20"/>
              <p:cNvSpPr/>
              <p:nvPr/>
            </p:nvSpPr>
            <p:spPr>
              <a:xfrm flipH="1" rot="-157512">
                <a:off x="1404013" y="3181711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20"/>
              <p:cNvSpPr/>
              <p:nvPr/>
            </p:nvSpPr>
            <p:spPr>
              <a:xfrm flipH="1" rot="-157512">
                <a:off x="451466" y="3699965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20"/>
              <p:cNvSpPr/>
              <p:nvPr/>
            </p:nvSpPr>
            <p:spPr>
              <a:xfrm flipH="1" rot="-157512">
                <a:off x="152244" y="3150001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20"/>
              <p:cNvSpPr/>
              <p:nvPr/>
            </p:nvSpPr>
            <p:spPr>
              <a:xfrm flipH="1" rot="-157512">
                <a:off x="778129" y="316585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20"/>
              <p:cNvSpPr/>
              <p:nvPr/>
            </p:nvSpPr>
            <p:spPr>
              <a:xfrm flipH="1" rot="-157512">
                <a:off x="124753" y="4234050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20"/>
              <p:cNvSpPr/>
              <p:nvPr/>
            </p:nvSpPr>
            <p:spPr>
              <a:xfrm flipH="1" rot="-157512">
                <a:off x="423974" y="4784014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20"/>
              <p:cNvSpPr/>
              <p:nvPr/>
            </p:nvSpPr>
            <p:spPr>
              <a:xfrm flipH="1" rot="-157512">
                <a:off x="1049859" y="479989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69" name="Google Shape;769;p20"/>
          <p:cNvGrpSpPr/>
          <p:nvPr/>
        </p:nvGrpSpPr>
        <p:grpSpPr>
          <a:xfrm rot="-121718">
            <a:off x="-186696" y="3321613"/>
            <a:ext cx="1961826" cy="2400044"/>
            <a:chOff x="108580" y="3135490"/>
            <a:chExt cx="1961773" cy="2399979"/>
          </a:xfrm>
        </p:grpSpPr>
        <p:sp>
          <p:nvSpPr>
            <p:cNvPr id="770" name="Google Shape;770;p20"/>
            <p:cNvSpPr/>
            <p:nvPr/>
          </p:nvSpPr>
          <p:spPr>
            <a:xfrm flipH="1" rot="-157512">
              <a:off x="1392148" y="33295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0"/>
            <p:cNvSpPr/>
            <p:nvPr/>
          </p:nvSpPr>
          <p:spPr>
            <a:xfrm flipH="1" rot="-157512">
              <a:off x="1064998" y="38641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20"/>
            <p:cNvSpPr/>
            <p:nvPr/>
          </p:nvSpPr>
          <p:spPr>
            <a:xfrm flipH="1" rot="-157512">
              <a:off x="1364223" y="440671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20"/>
            <p:cNvSpPr/>
            <p:nvPr/>
          </p:nvSpPr>
          <p:spPr>
            <a:xfrm flipH="1" rot="-157512">
              <a:off x="119483" y="438279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4" name="Google Shape;774;p20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75" name="Google Shape;775;p20"/>
              <p:cNvSpPr/>
              <p:nvPr/>
            </p:nvSpPr>
            <p:spPr>
              <a:xfrm flipH="1" rot="-157512">
                <a:off x="1376547" y="4265784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20"/>
              <p:cNvSpPr/>
              <p:nvPr/>
            </p:nvSpPr>
            <p:spPr>
              <a:xfrm flipH="1" rot="-157512">
                <a:off x="1077325" y="3715820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20"/>
              <p:cNvSpPr/>
              <p:nvPr/>
            </p:nvSpPr>
            <p:spPr>
              <a:xfrm flipH="1" rot="-157512">
                <a:off x="1404013" y="3181711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20"/>
              <p:cNvSpPr/>
              <p:nvPr/>
            </p:nvSpPr>
            <p:spPr>
              <a:xfrm flipH="1" rot="-157512">
                <a:off x="451466" y="3699965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20"/>
              <p:cNvSpPr/>
              <p:nvPr/>
            </p:nvSpPr>
            <p:spPr>
              <a:xfrm flipH="1" rot="-157512">
                <a:off x="152244" y="3150001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20"/>
              <p:cNvSpPr/>
              <p:nvPr/>
            </p:nvSpPr>
            <p:spPr>
              <a:xfrm flipH="1" rot="-157512">
                <a:off x="778129" y="316585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20"/>
              <p:cNvSpPr/>
              <p:nvPr/>
            </p:nvSpPr>
            <p:spPr>
              <a:xfrm flipH="1" rot="-157512">
                <a:off x="124753" y="4234050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20"/>
              <p:cNvSpPr/>
              <p:nvPr/>
            </p:nvSpPr>
            <p:spPr>
              <a:xfrm flipH="1" rot="-157512">
                <a:off x="423974" y="4784014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20"/>
              <p:cNvSpPr/>
              <p:nvPr/>
            </p:nvSpPr>
            <p:spPr>
              <a:xfrm flipH="1" rot="-157512">
                <a:off x="1049859" y="479989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1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86" name="Google Shape;786;p21"/>
          <p:cNvSpPr txBox="1"/>
          <p:nvPr>
            <p:ph idx="1" type="subTitle"/>
          </p:nvPr>
        </p:nvSpPr>
        <p:spPr>
          <a:xfrm>
            <a:off x="5046298" y="1571625"/>
            <a:ext cx="3383400" cy="28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◆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7" name="Google Shape;787;p21"/>
          <p:cNvSpPr txBox="1"/>
          <p:nvPr>
            <p:ph idx="2" type="subTitle"/>
          </p:nvPr>
        </p:nvSpPr>
        <p:spPr>
          <a:xfrm>
            <a:off x="714475" y="1571625"/>
            <a:ext cx="3383400" cy="28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◆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788" name="Google Shape;788;p21"/>
          <p:cNvGrpSpPr/>
          <p:nvPr/>
        </p:nvGrpSpPr>
        <p:grpSpPr>
          <a:xfrm>
            <a:off x="7488217" y="-507956"/>
            <a:ext cx="2532725" cy="1881750"/>
            <a:chOff x="7221517" y="-507956"/>
            <a:chExt cx="2532725" cy="1881750"/>
          </a:xfrm>
        </p:grpSpPr>
        <p:sp>
          <p:nvSpPr>
            <p:cNvPr id="789" name="Google Shape;789;p21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21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21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1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1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1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1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1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1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1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9" name="Google Shape;799;p21"/>
          <p:cNvGrpSpPr/>
          <p:nvPr/>
        </p:nvGrpSpPr>
        <p:grpSpPr>
          <a:xfrm flipH="1">
            <a:off x="-969983" y="-507956"/>
            <a:ext cx="2532725" cy="1881750"/>
            <a:chOff x="7221517" y="-507956"/>
            <a:chExt cx="2532725" cy="1881750"/>
          </a:xfrm>
        </p:grpSpPr>
        <p:sp>
          <p:nvSpPr>
            <p:cNvPr id="800" name="Google Shape;800;p21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1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1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1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1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1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1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1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1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1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2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12" name="Google Shape;812;p22"/>
          <p:cNvSpPr txBox="1"/>
          <p:nvPr>
            <p:ph idx="1" type="subTitle"/>
          </p:nvPr>
        </p:nvSpPr>
        <p:spPr>
          <a:xfrm>
            <a:off x="926987" y="3180750"/>
            <a:ext cx="2095200" cy="8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3" name="Google Shape;813;p22"/>
          <p:cNvSpPr txBox="1"/>
          <p:nvPr>
            <p:ph idx="2" type="subTitle"/>
          </p:nvPr>
        </p:nvSpPr>
        <p:spPr>
          <a:xfrm>
            <a:off x="3524399" y="3180750"/>
            <a:ext cx="2095200" cy="8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4" name="Google Shape;814;p22"/>
          <p:cNvSpPr txBox="1"/>
          <p:nvPr>
            <p:ph idx="3" type="subTitle"/>
          </p:nvPr>
        </p:nvSpPr>
        <p:spPr>
          <a:xfrm>
            <a:off x="6121811" y="3180750"/>
            <a:ext cx="2095200" cy="8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5" name="Google Shape;815;p22"/>
          <p:cNvSpPr txBox="1"/>
          <p:nvPr>
            <p:ph idx="4" type="subTitle"/>
          </p:nvPr>
        </p:nvSpPr>
        <p:spPr>
          <a:xfrm>
            <a:off x="926987" y="2726175"/>
            <a:ext cx="2095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6" name="Google Shape;816;p22"/>
          <p:cNvSpPr txBox="1"/>
          <p:nvPr>
            <p:ph idx="5" type="subTitle"/>
          </p:nvPr>
        </p:nvSpPr>
        <p:spPr>
          <a:xfrm>
            <a:off x="3524399" y="2726175"/>
            <a:ext cx="2095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7" name="Google Shape;817;p22"/>
          <p:cNvSpPr txBox="1"/>
          <p:nvPr>
            <p:ph idx="6" type="subTitle"/>
          </p:nvPr>
        </p:nvSpPr>
        <p:spPr>
          <a:xfrm>
            <a:off x="6121811" y="2726175"/>
            <a:ext cx="2095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818" name="Google Shape;818;p22"/>
          <p:cNvGrpSpPr/>
          <p:nvPr/>
        </p:nvGrpSpPr>
        <p:grpSpPr>
          <a:xfrm>
            <a:off x="7221517" y="-507956"/>
            <a:ext cx="2532725" cy="1881750"/>
            <a:chOff x="7221517" y="-507956"/>
            <a:chExt cx="2532725" cy="1881750"/>
          </a:xfrm>
        </p:grpSpPr>
        <p:sp>
          <p:nvSpPr>
            <p:cNvPr id="819" name="Google Shape;819;p22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22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2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2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2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2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2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22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22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22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9" name="Google Shape;829;p22"/>
          <p:cNvGrpSpPr/>
          <p:nvPr/>
        </p:nvGrpSpPr>
        <p:grpSpPr>
          <a:xfrm flipH="1">
            <a:off x="-836633" y="-507956"/>
            <a:ext cx="2532725" cy="1881750"/>
            <a:chOff x="7221517" y="-507956"/>
            <a:chExt cx="2532725" cy="1881750"/>
          </a:xfrm>
        </p:grpSpPr>
        <p:sp>
          <p:nvSpPr>
            <p:cNvPr id="830" name="Google Shape;830;p22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2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2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2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2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2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2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2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2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2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2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42" name="Google Shape;842;p23"/>
          <p:cNvSpPr txBox="1"/>
          <p:nvPr>
            <p:ph idx="1" type="subTitle"/>
          </p:nvPr>
        </p:nvSpPr>
        <p:spPr>
          <a:xfrm>
            <a:off x="1755325" y="2204775"/>
            <a:ext cx="25950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3" name="Google Shape;843;p23"/>
          <p:cNvSpPr txBox="1"/>
          <p:nvPr>
            <p:ph idx="2" type="subTitle"/>
          </p:nvPr>
        </p:nvSpPr>
        <p:spPr>
          <a:xfrm>
            <a:off x="4793684" y="2204775"/>
            <a:ext cx="25950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4" name="Google Shape;844;p23"/>
          <p:cNvSpPr txBox="1"/>
          <p:nvPr>
            <p:ph idx="3" type="subTitle"/>
          </p:nvPr>
        </p:nvSpPr>
        <p:spPr>
          <a:xfrm>
            <a:off x="1755325" y="3638175"/>
            <a:ext cx="25950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5" name="Google Shape;845;p23"/>
          <p:cNvSpPr txBox="1"/>
          <p:nvPr>
            <p:ph idx="4" type="subTitle"/>
          </p:nvPr>
        </p:nvSpPr>
        <p:spPr>
          <a:xfrm>
            <a:off x="4793684" y="3638175"/>
            <a:ext cx="25950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6" name="Google Shape;846;p23"/>
          <p:cNvSpPr txBox="1"/>
          <p:nvPr>
            <p:ph idx="5" type="subTitle"/>
          </p:nvPr>
        </p:nvSpPr>
        <p:spPr>
          <a:xfrm>
            <a:off x="1755325" y="1747575"/>
            <a:ext cx="25950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47" name="Google Shape;847;p23"/>
          <p:cNvSpPr txBox="1"/>
          <p:nvPr>
            <p:ph idx="6" type="subTitle"/>
          </p:nvPr>
        </p:nvSpPr>
        <p:spPr>
          <a:xfrm>
            <a:off x="1755325" y="3180975"/>
            <a:ext cx="25950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48" name="Google Shape;848;p23"/>
          <p:cNvSpPr txBox="1"/>
          <p:nvPr>
            <p:ph idx="7" type="subTitle"/>
          </p:nvPr>
        </p:nvSpPr>
        <p:spPr>
          <a:xfrm>
            <a:off x="4793680" y="1747575"/>
            <a:ext cx="25950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49" name="Google Shape;849;p23"/>
          <p:cNvSpPr txBox="1"/>
          <p:nvPr>
            <p:ph idx="8" type="subTitle"/>
          </p:nvPr>
        </p:nvSpPr>
        <p:spPr>
          <a:xfrm>
            <a:off x="4793680" y="3180975"/>
            <a:ext cx="25950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850" name="Google Shape;850;p23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851" name="Google Shape;851;p23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3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3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3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3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3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3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3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3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3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1" name="Google Shape;861;p23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862" name="Google Shape;862;p23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3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3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3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3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3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3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3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3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23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24"/>
          <p:cNvPicPr preferRelativeResize="0"/>
          <p:nvPr/>
        </p:nvPicPr>
        <p:blipFill rotWithShape="1">
          <a:blip r:embed="rId2">
            <a:alphaModFix/>
          </a:blip>
          <a:srcRect b="4592" l="24332" r="23343" t="5722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2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75" name="Google Shape;875;p24"/>
          <p:cNvSpPr txBox="1"/>
          <p:nvPr>
            <p:ph idx="1" type="subTitle"/>
          </p:nvPr>
        </p:nvSpPr>
        <p:spPr>
          <a:xfrm>
            <a:off x="1110205" y="21931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6" name="Google Shape;876;p24"/>
          <p:cNvSpPr txBox="1"/>
          <p:nvPr>
            <p:ph idx="2" type="subTitle"/>
          </p:nvPr>
        </p:nvSpPr>
        <p:spPr>
          <a:xfrm>
            <a:off x="3580050" y="21931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7" name="Google Shape;877;p24"/>
          <p:cNvSpPr txBox="1"/>
          <p:nvPr>
            <p:ph idx="3" type="subTitle"/>
          </p:nvPr>
        </p:nvSpPr>
        <p:spPr>
          <a:xfrm>
            <a:off x="1110205" y="37027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8" name="Google Shape;878;p24"/>
          <p:cNvSpPr txBox="1"/>
          <p:nvPr>
            <p:ph idx="4" type="subTitle"/>
          </p:nvPr>
        </p:nvSpPr>
        <p:spPr>
          <a:xfrm>
            <a:off x="3580050" y="37027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9" name="Google Shape;879;p24"/>
          <p:cNvSpPr txBox="1"/>
          <p:nvPr>
            <p:ph idx="5" type="subTitle"/>
          </p:nvPr>
        </p:nvSpPr>
        <p:spPr>
          <a:xfrm>
            <a:off x="6049895" y="21931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0" name="Google Shape;880;p24"/>
          <p:cNvSpPr txBox="1"/>
          <p:nvPr>
            <p:ph idx="6" type="subTitle"/>
          </p:nvPr>
        </p:nvSpPr>
        <p:spPr>
          <a:xfrm>
            <a:off x="6049895" y="37027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1" name="Google Shape;881;p24"/>
          <p:cNvSpPr txBox="1"/>
          <p:nvPr>
            <p:ph idx="7" type="subTitle"/>
          </p:nvPr>
        </p:nvSpPr>
        <p:spPr>
          <a:xfrm>
            <a:off x="1111105" y="1735963"/>
            <a:ext cx="1984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2" name="Google Shape;882;p24"/>
          <p:cNvSpPr txBox="1"/>
          <p:nvPr>
            <p:ph idx="8" type="subTitle"/>
          </p:nvPr>
        </p:nvSpPr>
        <p:spPr>
          <a:xfrm>
            <a:off x="3580950" y="1735963"/>
            <a:ext cx="1984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3" name="Google Shape;883;p24"/>
          <p:cNvSpPr txBox="1"/>
          <p:nvPr>
            <p:ph idx="9" type="subTitle"/>
          </p:nvPr>
        </p:nvSpPr>
        <p:spPr>
          <a:xfrm>
            <a:off x="6050795" y="1735963"/>
            <a:ext cx="1984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4" name="Google Shape;884;p24"/>
          <p:cNvSpPr txBox="1"/>
          <p:nvPr>
            <p:ph idx="13" type="subTitle"/>
          </p:nvPr>
        </p:nvSpPr>
        <p:spPr>
          <a:xfrm>
            <a:off x="1111105" y="3245575"/>
            <a:ext cx="1984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5" name="Google Shape;885;p24"/>
          <p:cNvSpPr txBox="1"/>
          <p:nvPr>
            <p:ph idx="14" type="subTitle"/>
          </p:nvPr>
        </p:nvSpPr>
        <p:spPr>
          <a:xfrm>
            <a:off x="3580950" y="3245575"/>
            <a:ext cx="1984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6" name="Google Shape;886;p24"/>
          <p:cNvSpPr txBox="1"/>
          <p:nvPr>
            <p:ph idx="15" type="subTitle"/>
          </p:nvPr>
        </p:nvSpPr>
        <p:spPr>
          <a:xfrm>
            <a:off x="6050795" y="3245575"/>
            <a:ext cx="1984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887" name="Google Shape;887;p24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888" name="Google Shape;888;p24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4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4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4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4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4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24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24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24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24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8" name="Google Shape;898;p24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899" name="Google Shape;899;p24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4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4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4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4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4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4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24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24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4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25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grpSp>
        <p:nvGrpSpPr>
          <p:cNvPr id="911" name="Google Shape;911;p25"/>
          <p:cNvGrpSpPr/>
          <p:nvPr/>
        </p:nvGrpSpPr>
        <p:grpSpPr>
          <a:xfrm>
            <a:off x="7488217" y="-507956"/>
            <a:ext cx="2532725" cy="1881750"/>
            <a:chOff x="7221517" y="-507956"/>
            <a:chExt cx="2532725" cy="1881750"/>
          </a:xfrm>
        </p:grpSpPr>
        <p:sp>
          <p:nvSpPr>
            <p:cNvPr id="912" name="Google Shape;912;p25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25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5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25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25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25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25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25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25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25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"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26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grpSp>
        <p:nvGrpSpPr>
          <p:cNvPr id="924" name="Google Shape;924;p26"/>
          <p:cNvGrpSpPr/>
          <p:nvPr/>
        </p:nvGrpSpPr>
        <p:grpSpPr>
          <a:xfrm rot="10800000">
            <a:off x="7221517" y="-1342256"/>
            <a:ext cx="2532725" cy="1881750"/>
            <a:chOff x="7221517" y="-507956"/>
            <a:chExt cx="2532725" cy="1881750"/>
          </a:xfrm>
        </p:grpSpPr>
        <p:sp>
          <p:nvSpPr>
            <p:cNvPr id="925" name="Google Shape;925;p26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26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26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26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26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26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26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26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26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26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5" name="Google Shape;935;p26"/>
          <p:cNvGrpSpPr/>
          <p:nvPr/>
        </p:nvGrpSpPr>
        <p:grpSpPr>
          <a:xfrm flipH="1" rot="10800000">
            <a:off x="-465158" y="-1342256"/>
            <a:ext cx="2532725" cy="1881750"/>
            <a:chOff x="7221517" y="-507956"/>
            <a:chExt cx="2532725" cy="1881750"/>
          </a:xfrm>
        </p:grpSpPr>
        <p:sp>
          <p:nvSpPr>
            <p:cNvPr id="936" name="Google Shape;936;p26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26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26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26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26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6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26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26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26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26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27"/>
          <p:cNvSpPr txBox="1"/>
          <p:nvPr>
            <p:ph hasCustomPrompt="1" type="title"/>
          </p:nvPr>
        </p:nvSpPr>
        <p:spPr>
          <a:xfrm>
            <a:off x="713213" y="670225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8" name="Google Shape;948;p27"/>
          <p:cNvSpPr txBox="1"/>
          <p:nvPr>
            <p:ph idx="1" type="subTitle"/>
          </p:nvPr>
        </p:nvSpPr>
        <p:spPr>
          <a:xfrm>
            <a:off x="713213" y="1439127"/>
            <a:ext cx="4696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49" name="Google Shape;949;p27"/>
          <p:cNvSpPr txBox="1"/>
          <p:nvPr>
            <p:ph hasCustomPrompt="1" idx="2" type="title"/>
          </p:nvPr>
        </p:nvSpPr>
        <p:spPr>
          <a:xfrm>
            <a:off x="3733963" y="2069800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0" name="Google Shape;950;p27"/>
          <p:cNvSpPr txBox="1"/>
          <p:nvPr>
            <p:ph idx="3" type="subTitle"/>
          </p:nvPr>
        </p:nvSpPr>
        <p:spPr>
          <a:xfrm>
            <a:off x="3733963" y="2838708"/>
            <a:ext cx="4696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51" name="Google Shape;951;p27"/>
          <p:cNvSpPr txBox="1"/>
          <p:nvPr>
            <p:ph hasCustomPrompt="1" idx="4" type="title"/>
          </p:nvPr>
        </p:nvSpPr>
        <p:spPr>
          <a:xfrm>
            <a:off x="713213" y="3469375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2" name="Google Shape;952;p27"/>
          <p:cNvSpPr txBox="1"/>
          <p:nvPr>
            <p:ph idx="5" type="subTitle"/>
          </p:nvPr>
        </p:nvSpPr>
        <p:spPr>
          <a:xfrm>
            <a:off x="713213" y="4238290"/>
            <a:ext cx="4696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953" name="Google Shape;953;p27"/>
          <p:cNvGrpSpPr/>
          <p:nvPr/>
        </p:nvGrpSpPr>
        <p:grpSpPr>
          <a:xfrm rot="10800000">
            <a:off x="6611267" y="3525019"/>
            <a:ext cx="2532725" cy="1881750"/>
            <a:chOff x="7221517" y="-507956"/>
            <a:chExt cx="2532725" cy="1881750"/>
          </a:xfrm>
        </p:grpSpPr>
        <p:sp>
          <p:nvSpPr>
            <p:cNvPr id="954" name="Google Shape;954;p27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27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27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27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27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27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27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27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27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27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4" name="Google Shape;964;p27"/>
          <p:cNvGrpSpPr/>
          <p:nvPr/>
        </p:nvGrpSpPr>
        <p:grpSpPr>
          <a:xfrm>
            <a:off x="7078642" y="-256406"/>
            <a:ext cx="2532725" cy="1881750"/>
            <a:chOff x="7221517" y="-507956"/>
            <a:chExt cx="2532725" cy="1881750"/>
          </a:xfrm>
        </p:grpSpPr>
        <p:sp>
          <p:nvSpPr>
            <p:cNvPr id="965" name="Google Shape;965;p27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27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7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27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7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27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27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27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27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27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28"/>
          <p:cNvSpPr txBox="1"/>
          <p:nvPr>
            <p:ph hasCustomPrompt="1" type="title"/>
          </p:nvPr>
        </p:nvSpPr>
        <p:spPr>
          <a:xfrm>
            <a:off x="1200575" y="2456174"/>
            <a:ext cx="1398900" cy="457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77" name="Google Shape;977;p28"/>
          <p:cNvSpPr txBox="1"/>
          <p:nvPr>
            <p:ph idx="1" type="subTitle"/>
          </p:nvPr>
        </p:nvSpPr>
        <p:spPr>
          <a:xfrm>
            <a:off x="713225" y="3812476"/>
            <a:ext cx="23736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78" name="Google Shape;978;p28"/>
          <p:cNvSpPr txBox="1"/>
          <p:nvPr>
            <p:ph idx="2" type="subTitle"/>
          </p:nvPr>
        </p:nvSpPr>
        <p:spPr>
          <a:xfrm>
            <a:off x="713225" y="3411134"/>
            <a:ext cx="2373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79" name="Google Shape;979;p28"/>
          <p:cNvSpPr txBox="1"/>
          <p:nvPr>
            <p:ph hasCustomPrompt="1" idx="3" type="title"/>
          </p:nvPr>
        </p:nvSpPr>
        <p:spPr>
          <a:xfrm>
            <a:off x="3869735" y="2456174"/>
            <a:ext cx="1397700" cy="457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0" name="Google Shape;980;p28"/>
          <p:cNvSpPr txBox="1"/>
          <p:nvPr>
            <p:ph idx="4" type="subTitle"/>
          </p:nvPr>
        </p:nvSpPr>
        <p:spPr>
          <a:xfrm>
            <a:off x="3381787" y="3812476"/>
            <a:ext cx="23736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81" name="Google Shape;981;p28"/>
          <p:cNvSpPr txBox="1"/>
          <p:nvPr>
            <p:ph idx="5" type="subTitle"/>
          </p:nvPr>
        </p:nvSpPr>
        <p:spPr>
          <a:xfrm>
            <a:off x="3381785" y="3411134"/>
            <a:ext cx="2373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82" name="Google Shape;982;p28"/>
          <p:cNvSpPr txBox="1"/>
          <p:nvPr>
            <p:ph hasCustomPrompt="1" idx="6" type="title"/>
          </p:nvPr>
        </p:nvSpPr>
        <p:spPr>
          <a:xfrm>
            <a:off x="6538296" y="2456174"/>
            <a:ext cx="1397700" cy="457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3" name="Google Shape;983;p28"/>
          <p:cNvSpPr txBox="1"/>
          <p:nvPr>
            <p:ph idx="7" type="subTitle"/>
          </p:nvPr>
        </p:nvSpPr>
        <p:spPr>
          <a:xfrm>
            <a:off x="6050349" y="3812476"/>
            <a:ext cx="23736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84" name="Google Shape;984;p28"/>
          <p:cNvSpPr txBox="1"/>
          <p:nvPr>
            <p:ph idx="8" type="subTitle"/>
          </p:nvPr>
        </p:nvSpPr>
        <p:spPr>
          <a:xfrm>
            <a:off x="6050346" y="3411134"/>
            <a:ext cx="2373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85" name="Google Shape;985;p28"/>
          <p:cNvSpPr txBox="1"/>
          <p:nvPr>
            <p:ph idx="9"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986" name="Google Shape;986;p28"/>
          <p:cNvGrpSpPr/>
          <p:nvPr/>
        </p:nvGrpSpPr>
        <p:grpSpPr>
          <a:xfrm rot="-10638711">
            <a:off x="-2374723" y="-345865"/>
            <a:ext cx="3485299" cy="1363521"/>
            <a:chOff x="5000328" y="4413931"/>
            <a:chExt cx="3485298" cy="1363521"/>
          </a:xfrm>
        </p:grpSpPr>
        <p:grpSp>
          <p:nvGrpSpPr>
            <p:cNvPr id="987" name="Google Shape;987;p28"/>
            <p:cNvGrpSpPr/>
            <p:nvPr/>
          </p:nvGrpSpPr>
          <p:grpSpPr>
            <a:xfrm>
              <a:off x="5000328" y="4413931"/>
              <a:ext cx="3485298" cy="1363521"/>
              <a:chOff x="4151828" y="2626856"/>
              <a:chExt cx="3485298" cy="1363521"/>
            </a:xfrm>
          </p:grpSpPr>
          <p:sp>
            <p:nvSpPr>
              <p:cNvPr id="988" name="Google Shape;988;p28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28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28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28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rect b="b" l="l" r="r" t="t"/>
                <a:pathLst>
                  <a:path extrusionOk="0" fill="none" h="28846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28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28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28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28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28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97" name="Google Shape;997;p28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8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8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29"/>
          <p:cNvSpPr txBox="1"/>
          <p:nvPr>
            <p:ph type="title"/>
          </p:nvPr>
        </p:nvSpPr>
        <p:spPr>
          <a:xfrm>
            <a:off x="2347938" y="7878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002" name="Google Shape;1002;p29"/>
          <p:cNvSpPr txBox="1"/>
          <p:nvPr>
            <p:ph idx="1" type="subTitle"/>
          </p:nvPr>
        </p:nvSpPr>
        <p:spPr>
          <a:xfrm>
            <a:off x="2347900" y="184650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3" name="Google Shape;1003;p29"/>
          <p:cNvSpPr txBox="1"/>
          <p:nvPr/>
        </p:nvSpPr>
        <p:spPr>
          <a:xfrm>
            <a:off x="1691450" y="3611950"/>
            <a:ext cx="57609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includes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04" name="Google Shape;1004;p29"/>
          <p:cNvGrpSpPr/>
          <p:nvPr/>
        </p:nvGrpSpPr>
        <p:grpSpPr>
          <a:xfrm>
            <a:off x="7372789" y="1086026"/>
            <a:ext cx="5036265" cy="4113315"/>
            <a:chOff x="4780389" y="2513201"/>
            <a:chExt cx="5036265" cy="4113315"/>
          </a:xfrm>
        </p:grpSpPr>
        <p:grpSp>
          <p:nvGrpSpPr>
            <p:cNvPr id="1005" name="Google Shape;1005;p29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06" name="Google Shape;1006;p29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07" name="Google Shape;1007;p29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08" name="Google Shape;1008;p29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09" name="Google Shape;1009;p29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0" name="Google Shape;1010;p29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1" name="Google Shape;1011;p29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2" name="Google Shape;1012;p29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3" name="Google Shape;1013;p29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4" name="Google Shape;1014;p29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5" name="Google Shape;1015;p29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6" name="Google Shape;1016;p29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7" name="Google Shape;1017;p29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8" name="Google Shape;1018;p29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9" name="Google Shape;1019;p29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0" name="Google Shape;1020;p29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1" name="Google Shape;1021;p29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2" name="Google Shape;1022;p29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3" name="Google Shape;1023;p29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4" name="Google Shape;1024;p29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5" name="Google Shape;1025;p29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6" name="Google Shape;1026;p29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7" name="Google Shape;1027;p29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8" name="Google Shape;1028;p29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9" name="Google Shape;1029;p29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0" name="Google Shape;1030;p29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1" name="Google Shape;1031;p29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2" name="Google Shape;1032;p29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3" name="Google Shape;1033;p29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4" name="Google Shape;1034;p29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5" name="Google Shape;1035;p29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6" name="Google Shape;1036;p29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037" name="Google Shape;1037;p29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8" name="Google Shape;1038;p29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9" name="Google Shape;1039;p29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0" name="Google Shape;1040;p29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1" name="Google Shape;1041;p29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2" name="Google Shape;1042;p29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3" name="Google Shape;1043;p29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4" name="Google Shape;1044;p29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045" name="Google Shape;1045;p29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29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29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8" name="Google Shape;1048;p29"/>
          <p:cNvGrpSpPr/>
          <p:nvPr/>
        </p:nvGrpSpPr>
        <p:grpSpPr>
          <a:xfrm>
            <a:off x="-2544736" y="-950637"/>
            <a:ext cx="5036265" cy="4113315"/>
            <a:chOff x="4780389" y="2513201"/>
            <a:chExt cx="5036265" cy="4113315"/>
          </a:xfrm>
        </p:grpSpPr>
        <p:grpSp>
          <p:nvGrpSpPr>
            <p:cNvPr id="1049" name="Google Shape;1049;p29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0" name="Google Shape;1050;p29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51" name="Google Shape;1051;p29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52" name="Google Shape;1052;p29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53" name="Google Shape;1053;p29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4" name="Google Shape;1054;p29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5" name="Google Shape;1055;p29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6" name="Google Shape;1056;p29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7" name="Google Shape;1057;p29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8" name="Google Shape;1058;p29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9" name="Google Shape;1059;p29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0" name="Google Shape;1060;p29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1" name="Google Shape;1061;p29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2" name="Google Shape;1062;p29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3" name="Google Shape;1063;p29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4" name="Google Shape;1064;p29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5" name="Google Shape;1065;p29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6" name="Google Shape;1066;p29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7" name="Google Shape;1067;p29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8" name="Google Shape;1068;p29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9" name="Google Shape;1069;p29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0" name="Google Shape;1070;p29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1" name="Google Shape;1071;p29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2" name="Google Shape;1072;p29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3" name="Google Shape;1073;p29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4" name="Google Shape;1074;p29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5" name="Google Shape;1075;p29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6" name="Google Shape;1076;p29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7" name="Google Shape;1077;p29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8" name="Google Shape;1078;p29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9" name="Google Shape;1079;p29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80" name="Google Shape;1080;p29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081" name="Google Shape;1081;p29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2" name="Google Shape;1082;p29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3" name="Google Shape;1083;p29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4" name="Google Shape;1084;p29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5" name="Google Shape;1085;p29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6" name="Google Shape;1086;p29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7" name="Google Shape;1087;p29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8" name="Google Shape;1088;p29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089" name="Google Shape;1089;p29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29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29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p30"/>
          <p:cNvPicPr preferRelativeResize="0"/>
          <p:nvPr/>
        </p:nvPicPr>
        <p:blipFill rotWithShape="1">
          <a:blip r:embed="rId2">
            <a:alphaModFix/>
          </a:blip>
          <a:srcRect b="4592" l="24332" r="23343" t="5722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4" name="Google Shape;1094;p30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1095" name="Google Shape;1095;p30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30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30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30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0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30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30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0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0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0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5" name="Google Shape;1105;p30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1106" name="Google Shape;1106;p30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30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0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0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0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30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0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0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0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0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6" name="Google Shape;1116;p30"/>
          <p:cNvGrpSpPr/>
          <p:nvPr/>
        </p:nvGrpSpPr>
        <p:grpSpPr>
          <a:xfrm>
            <a:off x="1531525" y="4798375"/>
            <a:ext cx="76825" cy="76800"/>
            <a:chOff x="3104875" y="1099400"/>
            <a:chExt cx="76825" cy="76800"/>
          </a:xfrm>
        </p:grpSpPr>
        <p:sp>
          <p:nvSpPr>
            <p:cNvPr id="1117" name="Google Shape;1117;p30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9" name="Google Shape;1119;p30"/>
          <p:cNvGrpSpPr/>
          <p:nvPr/>
        </p:nvGrpSpPr>
        <p:grpSpPr>
          <a:xfrm>
            <a:off x="8745875" y="2533350"/>
            <a:ext cx="76825" cy="76800"/>
            <a:chOff x="3104875" y="1099400"/>
            <a:chExt cx="76825" cy="76800"/>
          </a:xfrm>
        </p:grpSpPr>
        <p:sp>
          <p:nvSpPr>
            <p:cNvPr id="1120" name="Google Shape;1120;p30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0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2" name="Google Shape;1122;p30"/>
          <p:cNvGrpSpPr/>
          <p:nvPr/>
        </p:nvGrpSpPr>
        <p:grpSpPr>
          <a:xfrm>
            <a:off x="3576600" y="215950"/>
            <a:ext cx="76825" cy="76800"/>
            <a:chOff x="3104875" y="1099400"/>
            <a:chExt cx="76825" cy="76800"/>
          </a:xfrm>
        </p:grpSpPr>
        <p:sp>
          <p:nvSpPr>
            <p:cNvPr id="1123" name="Google Shape;1123;p30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0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25" name="Google Shape;1125;p30"/>
          <p:cNvPicPr preferRelativeResize="0"/>
          <p:nvPr/>
        </p:nvPicPr>
        <p:blipFill rotWithShape="1">
          <a:blip r:embed="rId3">
            <a:alphaModFix/>
          </a:blip>
          <a:srcRect b="0" l="15237" r="10475" t="0"/>
          <a:stretch/>
        </p:blipFill>
        <p:spPr>
          <a:xfrm>
            <a:off x="7421549" y="539509"/>
            <a:ext cx="1552574" cy="139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7" name="Google Shape;1127;p31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128" name="Google Shape;1128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29" name="Google Shape;1129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30" name="Google Shape;1130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31" name="Google Shape;1131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32" name="Google Shape;1132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3" name="Google Shape;1133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4" name="Google Shape;1134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5" name="Google Shape;1135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6" name="Google Shape;1136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7" name="Google Shape;1137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8" name="Google Shape;1138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9" name="Google Shape;1139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0" name="Google Shape;1140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1" name="Google Shape;1141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2" name="Google Shape;1142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3" name="Google Shape;1143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4" name="Google Shape;1144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5" name="Google Shape;1145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6" name="Google Shape;1146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7" name="Google Shape;1147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8" name="Google Shape;1148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9" name="Google Shape;1149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0" name="Google Shape;1150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1" name="Google Shape;1151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2" name="Google Shape;1152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3" name="Google Shape;1153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4" name="Google Shape;1154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5" name="Google Shape;1155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6" name="Google Shape;1156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7" name="Google Shape;1157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8" name="Google Shape;1158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9" name="Google Shape;1159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160" name="Google Shape;1160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1" name="Google Shape;1161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2" name="Google Shape;1162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3" name="Google Shape;1163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4" name="Google Shape;1164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5" name="Google Shape;1165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6" name="Google Shape;1166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7" name="Google Shape;1167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168" name="Google Shape;1168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1" name="Google Shape;1171;p31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1172" name="Google Shape;1172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73" name="Google Shape;1173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74" name="Google Shape;1174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75" name="Google Shape;1175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76" name="Google Shape;1176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7" name="Google Shape;1177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8" name="Google Shape;1178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9" name="Google Shape;1179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0" name="Google Shape;1180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1" name="Google Shape;1181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2" name="Google Shape;1182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3" name="Google Shape;1183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4" name="Google Shape;1184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5" name="Google Shape;1185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6" name="Google Shape;1186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7" name="Google Shape;1187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8" name="Google Shape;1188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9" name="Google Shape;1189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0" name="Google Shape;1190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1" name="Google Shape;1191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2" name="Google Shape;1192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3" name="Google Shape;1193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4" name="Google Shape;1194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5" name="Google Shape;1195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6" name="Google Shape;1196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7" name="Google Shape;1197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8" name="Google Shape;1198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9" name="Google Shape;1199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0" name="Google Shape;1200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1" name="Google Shape;1201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2" name="Google Shape;1202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3" name="Google Shape;1203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204" name="Google Shape;1204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5" name="Google Shape;1205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6" name="Google Shape;1206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7" name="Google Shape;1207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8" name="Google Shape;1208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9" name="Google Shape;1209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0" name="Google Shape;1210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1" name="Google Shape;1211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212" name="Google Shape;1212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5" name="Google Shape;1215;p31"/>
          <p:cNvGrpSpPr/>
          <p:nvPr/>
        </p:nvGrpSpPr>
        <p:grpSpPr>
          <a:xfrm>
            <a:off x="274225" y="2188525"/>
            <a:ext cx="76825" cy="76800"/>
            <a:chOff x="3104875" y="1099400"/>
            <a:chExt cx="76825" cy="76800"/>
          </a:xfrm>
        </p:grpSpPr>
        <p:sp>
          <p:nvSpPr>
            <p:cNvPr id="1216" name="Google Shape;1216;p3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3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8" name="Google Shape;1218;p31"/>
          <p:cNvGrpSpPr/>
          <p:nvPr/>
        </p:nvGrpSpPr>
        <p:grpSpPr>
          <a:xfrm>
            <a:off x="3783350" y="4781250"/>
            <a:ext cx="76825" cy="76800"/>
            <a:chOff x="3104875" y="1099400"/>
            <a:chExt cx="76825" cy="76800"/>
          </a:xfrm>
        </p:grpSpPr>
        <p:sp>
          <p:nvSpPr>
            <p:cNvPr id="1219" name="Google Shape;1219;p3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3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1" name="Google Shape;1221;p31"/>
          <p:cNvGrpSpPr/>
          <p:nvPr/>
        </p:nvGrpSpPr>
        <p:grpSpPr>
          <a:xfrm>
            <a:off x="7034175" y="263575"/>
            <a:ext cx="76825" cy="76800"/>
            <a:chOff x="3104875" y="1099400"/>
            <a:chExt cx="76825" cy="76800"/>
          </a:xfrm>
        </p:grpSpPr>
        <p:sp>
          <p:nvSpPr>
            <p:cNvPr id="1222" name="Google Shape;1222;p3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3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24" name="Google Shape;1224;p31"/>
          <p:cNvPicPr preferRelativeResize="0"/>
          <p:nvPr/>
        </p:nvPicPr>
        <p:blipFill rotWithShape="1">
          <a:blip r:embed="rId2">
            <a:alphaModFix/>
          </a:blip>
          <a:srcRect b="4592" l="24332" r="23343" t="5722"/>
          <a:stretch/>
        </p:blipFill>
        <p:spPr>
          <a:xfrm rot="2268302">
            <a:off x="204037" y="21898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31"/>
          <p:cNvPicPr preferRelativeResize="0"/>
          <p:nvPr/>
        </p:nvPicPr>
        <p:blipFill rotWithShape="1">
          <a:blip r:embed="rId3">
            <a:alphaModFix/>
          </a:blip>
          <a:srcRect b="8337" l="18647" r="8852" t="7960"/>
          <a:stretch/>
        </p:blipFill>
        <p:spPr>
          <a:xfrm rot="-1406513">
            <a:off x="899285" y="427425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31"/>
          <p:cNvPicPr preferRelativeResize="0"/>
          <p:nvPr/>
        </p:nvPicPr>
        <p:blipFill rotWithShape="1">
          <a:blip r:embed="rId4">
            <a:alphaModFix/>
          </a:blip>
          <a:srcRect b="5838" l="25538" r="23468" t="7152"/>
          <a:stretch/>
        </p:blipFill>
        <p:spPr>
          <a:xfrm>
            <a:off x="6925599" y="75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31"/>
          <p:cNvPicPr preferRelativeResize="0"/>
          <p:nvPr/>
        </p:nvPicPr>
        <p:blipFill rotWithShape="1">
          <a:blip r:embed="rId5">
            <a:alphaModFix/>
          </a:blip>
          <a:srcRect b="0" l="15237" r="10475" t="0"/>
          <a:stretch/>
        </p:blipFill>
        <p:spPr>
          <a:xfrm rot="1220421">
            <a:off x="6684874" y="2035009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31"/>
          <p:cNvPicPr preferRelativeResize="0"/>
          <p:nvPr/>
        </p:nvPicPr>
        <p:blipFill rotWithShape="1">
          <a:blip r:embed="rId6">
            <a:alphaModFix/>
          </a:blip>
          <a:srcRect b="0" l="22010" r="18456" t="0"/>
          <a:stretch/>
        </p:blipFill>
        <p:spPr>
          <a:xfrm rot="-1592621">
            <a:off x="1473480" y="2658333"/>
            <a:ext cx="903663" cy="853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Black"/>
              <a:buNone/>
              <a:defRPr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◆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medassist-frontend.vercel.app/" TargetMode="External"/><Relationship Id="rId4" Type="http://schemas.openxmlformats.org/officeDocument/2006/relationships/hyperlink" Target="https://medassist-backend-nmxs.onrender.com/docs" TargetMode="External"/><Relationship Id="rId5" Type="http://schemas.openxmlformats.org/officeDocument/2006/relationships/hyperlink" Target="https://drive.google.com/file/d/1M3oLfpdwtu5pMHR94c8KAwk0jGE3gk4v/view?usp=drive_link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3" name="Google Shape;1233;p32"/>
          <p:cNvPicPr preferRelativeResize="0"/>
          <p:nvPr/>
        </p:nvPicPr>
        <p:blipFill rotWithShape="1">
          <a:blip r:embed="rId3">
            <a:alphaModFix/>
          </a:blip>
          <a:srcRect b="5838" l="25538" r="23468" t="7152"/>
          <a:stretch/>
        </p:blipFill>
        <p:spPr>
          <a:xfrm>
            <a:off x="5198299" y="70850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p32"/>
          <p:cNvPicPr preferRelativeResize="0"/>
          <p:nvPr/>
        </p:nvPicPr>
        <p:blipFill rotWithShape="1">
          <a:blip r:embed="rId4">
            <a:alphaModFix/>
          </a:blip>
          <a:srcRect b="0" l="22010" r="18456" t="0"/>
          <a:stretch/>
        </p:blipFill>
        <p:spPr>
          <a:xfrm rot="-1020085">
            <a:off x="7029503" y="3396240"/>
            <a:ext cx="1187445" cy="1121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5" name="Google Shape;1235;p32"/>
          <p:cNvGrpSpPr/>
          <p:nvPr/>
        </p:nvGrpSpPr>
        <p:grpSpPr>
          <a:xfrm>
            <a:off x="7905475" y="1913575"/>
            <a:ext cx="76825" cy="76800"/>
            <a:chOff x="3104875" y="1099400"/>
            <a:chExt cx="76825" cy="76800"/>
          </a:xfrm>
        </p:grpSpPr>
        <p:sp>
          <p:nvSpPr>
            <p:cNvPr id="1236" name="Google Shape;1236;p32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32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8" name="Google Shape;1238;p32"/>
          <p:cNvGrpSpPr/>
          <p:nvPr/>
        </p:nvGrpSpPr>
        <p:grpSpPr>
          <a:xfrm>
            <a:off x="4400275" y="699350"/>
            <a:ext cx="76825" cy="76800"/>
            <a:chOff x="3104875" y="1099400"/>
            <a:chExt cx="76825" cy="76800"/>
          </a:xfrm>
        </p:grpSpPr>
        <p:sp>
          <p:nvSpPr>
            <p:cNvPr id="1239" name="Google Shape;1239;p32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32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41" name="Google Shape;1241;p32"/>
          <p:cNvPicPr preferRelativeResize="0"/>
          <p:nvPr/>
        </p:nvPicPr>
        <p:blipFill rotWithShape="1">
          <a:blip r:embed="rId5">
            <a:alphaModFix/>
          </a:blip>
          <a:srcRect b="8337" l="18647" r="8852" t="7960"/>
          <a:stretch/>
        </p:blipFill>
        <p:spPr>
          <a:xfrm rot="-1152297">
            <a:off x="6577050" y="457137"/>
            <a:ext cx="1647827" cy="10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32"/>
          <p:cNvSpPr txBox="1"/>
          <p:nvPr>
            <p:ph type="ctrTitle"/>
          </p:nvPr>
        </p:nvSpPr>
        <p:spPr>
          <a:xfrm>
            <a:off x="354621" y="1416238"/>
            <a:ext cx="7033800" cy="89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MedAssist AI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3" name="Google Shape;1243;p32"/>
          <p:cNvSpPr txBox="1"/>
          <p:nvPr>
            <p:ph idx="1" type="subTitle"/>
          </p:nvPr>
        </p:nvSpPr>
        <p:spPr>
          <a:xfrm>
            <a:off x="422971" y="2315346"/>
            <a:ext cx="78447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MILESTONE 4 (Testing, Deployment &amp; Documentation)</a:t>
            </a:r>
            <a:endParaRPr sz="2900"/>
          </a:p>
        </p:txBody>
      </p:sp>
      <p:sp>
        <p:nvSpPr>
          <p:cNvPr id="1244" name="Google Shape;1244;p32"/>
          <p:cNvSpPr txBox="1"/>
          <p:nvPr>
            <p:ph idx="1" type="subTitle"/>
          </p:nvPr>
        </p:nvSpPr>
        <p:spPr>
          <a:xfrm>
            <a:off x="575371" y="4103804"/>
            <a:ext cx="78447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b="1" lang="en" sz="2300"/>
              <a:t>Dharani K</a:t>
            </a:r>
            <a:endParaRPr b="1" sz="2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" name="Google Shape;1249;p33" title="ChatGPT Image Sep 10, 2026, 11_21_49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73"/>
            <a:ext cx="9144001" cy="5146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34"/>
          <p:cNvSpPr txBox="1"/>
          <p:nvPr/>
        </p:nvSpPr>
        <p:spPr>
          <a:xfrm>
            <a:off x="132675" y="123975"/>
            <a:ext cx="5589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Model 1 - Disease Prediction - Validation Results 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55" name="Google Shape;125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4100" y="994025"/>
            <a:ext cx="6505575" cy="336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35"/>
          <p:cNvSpPr txBox="1"/>
          <p:nvPr/>
        </p:nvSpPr>
        <p:spPr>
          <a:xfrm>
            <a:off x="132675" y="123975"/>
            <a:ext cx="5589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Model 2 - Risk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Assessment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Validation Results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61" name="Google Shape;126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475" y="526275"/>
            <a:ext cx="7692256" cy="431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36"/>
          <p:cNvSpPr txBox="1"/>
          <p:nvPr/>
        </p:nvSpPr>
        <p:spPr>
          <a:xfrm>
            <a:off x="132675" y="123975"/>
            <a:ext cx="5589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Model 3 - Treatment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Recommendation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Validation Results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67" name="Google Shape;126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3325" y="613425"/>
            <a:ext cx="6410325" cy="37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2" name="Google Shape;1272;p37" title="ChatGPT Image Sep 10, 2026, 12_02_1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7" name="Google Shape;1277;p38" title="ChatGPT Image Sep 10, 2026, 12_15_27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39"/>
          <p:cNvSpPr txBox="1"/>
          <p:nvPr/>
        </p:nvSpPr>
        <p:spPr>
          <a:xfrm>
            <a:off x="132675" y="123975"/>
            <a:ext cx="5589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Deployment (Frontend - Vercel)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83" name="Google Shape;128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05825"/>
            <a:ext cx="9143999" cy="453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40"/>
          <p:cNvSpPr txBox="1"/>
          <p:nvPr/>
        </p:nvSpPr>
        <p:spPr>
          <a:xfrm>
            <a:off x="132675" y="123975"/>
            <a:ext cx="5589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Deployment (Backend - Render)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89" name="Google Shape;128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78675"/>
            <a:ext cx="9144001" cy="44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41"/>
          <p:cNvSpPr txBox="1"/>
          <p:nvPr/>
        </p:nvSpPr>
        <p:spPr>
          <a:xfrm>
            <a:off x="132675" y="123975"/>
            <a:ext cx="5589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Deployment (Database - Render)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95" name="Google Shape;129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02425"/>
            <a:ext cx="9143998" cy="4541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42"/>
          <p:cNvSpPr txBox="1"/>
          <p:nvPr/>
        </p:nvSpPr>
        <p:spPr>
          <a:xfrm>
            <a:off x="132675" y="123975"/>
            <a:ext cx="5589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Links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1" name="Google Shape;1301;p42"/>
          <p:cNvSpPr txBox="1"/>
          <p:nvPr/>
        </p:nvSpPr>
        <p:spPr>
          <a:xfrm>
            <a:off x="252275" y="983025"/>
            <a:ext cx="8623200" cy="3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Frontend: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https://medassist-frontend.vercel.app/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Backend: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https://medassist-backend-nmxs.onrender.com/docs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Documentation: </a:t>
            </a:r>
            <a:r>
              <a:rPr lang="en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https://drive.google.com/file/d/1M3oLfpdwtu5pMHR94c8KAwk0jGE3gk4v/view?usp=drive_link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43"/>
          <p:cNvSpPr txBox="1"/>
          <p:nvPr>
            <p:ph type="title"/>
          </p:nvPr>
        </p:nvSpPr>
        <p:spPr>
          <a:xfrm>
            <a:off x="2347888" y="1440919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YOU!</a:t>
            </a:r>
            <a:endParaRPr/>
          </a:p>
        </p:txBody>
      </p:sp>
      <p:pic>
        <p:nvPicPr>
          <p:cNvPr id="1307" name="Google Shape;1307;p43"/>
          <p:cNvPicPr preferRelativeResize="0"/>
          <p:nvPr/>
        </p:nvPicPr>
        <p:blipFill rotWithShape="1">
          <a:blip r:embed="rId3">
            <a:alphaModFix/>
          </a:blip>
          <a:srcRect b="8337" l="18647" r="8852" t="7960"/>
          <a:stretch/>
        </p:blipFill>
        <p:spPr>
          <a:xfrm rot="-1406513">
            <a:off x="1099310" y="55125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8" name="Google Shape;1308;p43"/>
          <p:cNvPicPr preferRelativeResize="0"/>
          <p:nvPr/>
        </p:nvPicPr>
        <p:blipFill rotWithShape="1">
          <a:blip r:embed="rId4">
            <a:alphaModFix/>
          </a:blip>
          <a:srcRect b="5838" l="25538" r="23468" t="7152"/>
          <a:stretch/>
        </p:blipFill>
        <p:spPr>
          <a:xfrm>
            <a:off x="6925599" y="75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9" name="Google Shape;1309;p43"/>
          <p:cNvPicPr preferRelativeResize="0"/>
          <p:nvPr/>
        </p:nvPicPr>
        <p:blipFill rotWithShape="1">
          <a:blip r:embed="rId5">
            <a:alphaModFix/>
          </a:blip>
          <a:srcRect b="0" l="15237" r="10475" t="0"/>
          <a:stretch/>
        </p:blipFill>
        <p:spPr>
          <a:xfrm rot="1220421">
            <a:off x="6684874" y="2035009"/>
            <a:ext cx="1552575" cy="13908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0" name="Google Shape;1310;p43"/>
          <p:cNvGrpSpPr/>
          <p:nvPr/>
        </p:nvGrpSpPr>
        <p:grpSpPr>
          <a:xfrm>
            <a:off x="6891975" y="620800"/>
            <a:ext cx="76825" cy="76800"/>
            <a:chOff x="3104875" y="1099400"/>
            <a:chExt cx="76825" cy="76800"/>
          </a:xfrm>
        </p:grpSpPr>
        <p:sp>
          <p:nvSpPr>
            <p:cNvPr id="1311" name="Google Shape;1311;p43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43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3" name="Google Shape;1313;p43"/>
          <p:cNvGrpSpPr/>
          <p:nvPr/>
        </p:nvGrpSpPr>
        <p:grpSpPr>
          <a:xfrm rot="1891135">
            <a:off x="1399937" y="4106218"/>
            <a:ext cx="76828" cy="76803"/>
            <a:chOff x="3104875" y="1099400"/>
            <a:chExt cx="76825" cy="76800"/>
          </a:xfrm>
        </p:grpSpPr>
        <p:sp>
          <p:nvSpPr>
            <p:cNvPr id="1314" name="Google Shape;1314;p43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43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6" name="Google Shape;1316;p43"/>
          <p:cNvGrpSpPr/>
          <p:nvPr/>
        </p:nvGrpSpPr>
        <p:grpSpPr>
          <a:xfrm>
            <a:off x="2141475" y="1931863"/>
            <a:ext cx="76825" cy="76800"/>
            <a:chOff x="3104875" y="1099400"/>
            <a:chExt cx="76825" cy="76800"/>
          </a:xfrm>
        </p:grpSpPr>
        <p:sp>
          <p:nvSpPr>
            <p:cNvPr id="1317" name="Google Shape;1317;p43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43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319" name="Google Shape;1319;p43"/>
          <p:cNvPicPr preferRelativeResize="0"/>
          <p:nvPr/>
        </p:nvPicPr>
        <p:blipFill rotWithShape="1">
          <a:blip r:embed="rId6">
            <a:alphaModFix/>
          </a:blip>
          <a:srcRect b="4592" l="24332" r="23343" t="5722"/>
          <a:stretch/>
        </p:blipFill>
        <p:spPr>
          <a:xfrm rot="2268302">
            <a:off x="204037" y="21898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0" name="Google Shape;1320;p43"/>
          <p:cNvPicPr preferRelativeResize="0"/>
          <p:nvPr/>
        </p:nvPicPr>
        <p:blipFill rotWithShape="1">
          <a:blip r:embed="rId7">
            <a:alphaModFix/>
          </a:blip>
          <a:srcRect b="0" l="22010" r="18456" t="0"/>
          <a:stretch/>
        </p:blipFill>
        <p:spPr>
          <a:xfrm rot="-1592621">
            <a:off x="1473480" y="2658333"/>
            <a:ext cx="903663" cy="853812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43"/>
          <p:cNvSpPr/>
          <p:nvPr/>
        </p:nvSpPr>
        <p:spPr>
          <a:xfrm>
            <a:off x="1919275" y="3564725"/>
            <a:ext cx="5405400" cy="869100"/>
          </a:xfrm>
          <a:prstGeom prst="rect">
            <a:avLst/>
          </a:prstGeom>
          <a:solidFill>
            <a:srgbClr val="032138"/>
          </a:solidFill>
          <a:ln cap="flat" cmpd="sng" w="9525">
            <a:solidFill>
              <a:srgbClr val="032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rtificial Intelligence (AI) Technology Consulting by Slidesgo">
  <a:themeElements>
    <a:clrScheme name="Simple Light">
      <a:dk1>
        <a:srgbClr val="FFFFFF"/>
      </a:dk1>
      <a:lt1>
        <a:srgbClr val="032138"/>
      </a:lt1>
      <a:dk2>
        <a:srgbClr val="6995D9"/>
      </a:dk2>
      <a:lt2>
        <a:srgbClr val="002E8A"/>
      </a:lt2>
      <a:accent1>
        <a:srgbClr val="00FB87"/>
      </a:accent1>
      <a:accent2>
        <a:srgbClr val="00CCA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