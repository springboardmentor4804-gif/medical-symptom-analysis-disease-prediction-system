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 3 builds on Milestone 2 by turning raw predictions into actionable output: a recommendation engine, treatment suggestions, advisory guidance, downloadable reports, and an analytics dashboard with health trends.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prediction panel is now much richer than Milestone 2 — alongside the predicted disease it shows confidence and risk level, plus three new sections: a recommendation, a treatment suggestion, and an advisory. A 'View Feedback / Full Report' button leads into the generated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generates a formal Medical Report from each prediction: patient information, clinical information (symptoms, medical history), with Print / Save as PDF built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provider side, the dashboard now surfaces the same Disease Prediction and Risk Assessment as the patient view, plus Recommendations and a Treatment &amp; Advisory panel — giving the provider the full clinical picture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new Health Trend Visualization brings the patient's prediction history together: summary stats, a confidence trend chart, and a history table with date, disease, confidence and risk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naming all six Milestone 3 deliverables and the summary line: recommendations, treatment suggestions, advisory features, prediction reports, the analytics dashboard, and health trend visualizations are all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669280" cy="5669280"/>
          </a:xfrm>
          <a:prstGeom prst="ellipse">
            <a:avLst/>
          </a:prstGeom>
          <a:solidFill>
            <a:srgbClr val="1E3A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663440"/>
            <a:ext cx="4206240" cy="420624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4" name="Image 0" descr="/home/claude/medassist_m3/icons/heartb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6265" y="7772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4305" y="144475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MedAssist AI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67105" y="221284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– Recommendations, Reports &amp; Healthcare Analytics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038905" y="2788920"/>
            <a:ext cx="4114800" cy="420624"/>
          </a:xfrm>
          <a:prstGeom prst="roundRect">
            <a:avLst>
              <a:gd name="adj" fmla="val 52174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3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3  —  PROGRESS REVIEW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24305" y="3456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3A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17040" y="3886200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1" descr="/home/claude/medassist_m3/icons/shielda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359" y="4019520"/>
            <a:ext cx="227137" cy="2271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7544" y="4462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489808" y="3886200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2" descr="/home/claude/medassist_m3/icons/pill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127" y="4019520"/>
            <a:ext cx="227137" cy="2271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50312" y="4462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062576" y="3886200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3" descr="/home/claude/medassist_m3/icons/fileprescrip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5895" y="4019520"/>
            <a:ext cx="227137" cy="22713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23080" y="4462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635344" y="3886200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9" name="Image 4" descr="/home/claude/medassist_m3/icons/filemedica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8663" y="4019520"/>
            <a:ext cx="227137" cy="22713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95848" y="4462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8208112" y="3886200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2" name="Image 5" descr="/home/claude/medassist_m3/icons/chartlin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1431" y="4019520"/>
            <a:ext cx="227137" cy="22713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668616" y="4462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9780880" y="3886200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5" name="Image 6" descr="/home/claude/medassist_m3/icons/history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4199" y="4019520"/>
            <a:ext cx="227137" cy="22713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241384" y="4462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Trend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950" dirty="0"/>
          </a:p>
        </p:txBody>
      </p:sp>
      <p:sp>
        <p:nvSpPr>
          <p:cNvPr id="27" name="Text 18"/>
          <p:cNvSpPr/>
          <p:nvPr/>
        </p:nvSpPr>
        <p:spPr>
          <a:xfrm>
            <a:off x="838505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  •  Developed by Mr. Swastik Sukla  •  August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01 · PATIENT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Treatment Engine</a:t>
            </a:r>
            <a:endParaRPr lang="en-US" sz="2800" dirty="0"/>
          </a:p>
        </p:txBody>
      </p:sp>
      <p:pic>
        <p:nvPicPr>
          <p:cNvPr id="4" name="Image 0" descr="/mnt/user-data/uploads/Screenshot_2026-08-31_1208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284" y="1417320"/>
            <a:ext cx="10097128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results now include Confidence %, Risk Level, a Recommendation, a Treatment Suggestion, and an Advisory.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3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06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02 · GENERATED DOCUMENT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Prediction Report</a:t>
            </a:r>
            <a:endParaRPr lang="en-US" sz="2800" dirty="0"/>
          </a:p>
        </p:txBody>
      </p:sp>
      <p:pic>
        <p:nvPicPr>
          <p:cNvPr id="4" name="Image 0" descr="/mnt/user-data/uploads/Screenshot_2026-08-31_1208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2809" y="1417320"/>
            <a:ext cx="6766076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downloadable Medical Report is generated from the prediction — patient info, symptoms, and medical history, printable or savable as PDF.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3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06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03 · PROVIDER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 &amp; Treatment Advisory</a:t>
            </a:r>
            <a:endParaRPr lang="en-US" sz="2800" dirty="0"/>
          </a:p>
        </p:txBody>
      </p:sp>
      <p:pic>
        <p:nvPicPr>
          <p:cNvPr id="4" name="Image 0" descr="/mnt/user-data/uploads/Screenshot_2026-08-31_1209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696" y="1417320"/>
            <a:ext cx="10466303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dashboard mirrors the same prediction, with risk level, recommendations, and treatment &amp; advisory guidance.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3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06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04 · HEALTHCARE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 &amp; Health Trends</a:t>
            </a:r>
            <a:endParaRPr lang="en-US" sz="2800" dirty="0"/>
          </a:p>
        </p:txBody>
      </p:sp>
      <p:pic>
        <p:nvPicPr>
          <p:cNvPr id="4" name="Image 0" descr="/mnt/user-data/uploads/Screenshot_2026-08-31_1210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5808" y="1417320"/>
            <a:ext cx="914008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Predictions, Average Confidence, and Latest Disease are tracked, with a Prediction Confidence Trend chart and a full Health Prediction History table.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3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06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3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3 Achievements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raw prediction to a full clinical picture — recommendations, reports, and trends.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Image 0" descr="/home/claude/medassist_m3/icons/shield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22795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14884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Recommendation Engine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5848" y="214884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9" name="Image 1" descr="/home/claude/medassist_m3/icons/pill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607" y="227959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81648" y="214884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Suggestions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2" name="Image 2" descr="/home/claude/medassist_m3/icons/fileprescrip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314827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01752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Features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095848" y="30175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5" name="Image 3" descr="/home/claude/medassist_m3/icons/filemedic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607" y="3148279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81648" y="301752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Prediction Reports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8" name="Image 4" descr="/home/claude/medassist_m3/icons/chartlin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4016959"/>
            <a:ext cx="241402" cy="24140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38862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Analytics Dashboard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6095848" y="38862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1" name="Image 5" descr="/home/claude/medassist_m3/icons/history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6607" y="4016959"/>
            <a:ext cx="241402" cy="24140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781648" y="38862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Trend Visualizations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548640" y="5074920"/>
            <a:ext cx="11094415" cy="10972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24" name="Text 16"/>
          <p:cNvSpPr/>
          <p:nvPr/>
        </p:nvSpPr>
        <p:spPr>
          <a:xfrm>
            <a:off x="914400" y="507492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3 successfully adds recommendations, treatment guidance, downloadable reports, and analytics on top of the Milestone 2 prediction system.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3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3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06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2026-08-31T06:51:22Z</dcterms:created>
  <dcterms:modified xsi:type="dcterms:W3CDTF">2026-08-31T06:51:22Z</dcterms:modified>
</cp:coreProperties>
</file>