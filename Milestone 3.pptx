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theme/theme2.xml" ContentType="application/vnd.openxmlformats-officedocument.theme+xml"/>
  <Override PartName="/ppt/theme/themeOverride1.xml" ContentType="application/vnd.openxmlformats-officedocument.themeOverride+xml"/>
  <Override PartName="/ppt/theme/themeOverride2.xml" ContentType="application/vnd.openxmlformats-officedocument.themeOverrid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60" r:id="rId4"/>
  </p:sldMasterIdLst>
  <p:notesMasterIdLst>
    <p:notesMasterId r:id="rId13"/>
  </p:notesMasterIdLst>
  <p:sldIdLst>
    <p:sldId id="278" r:id="rId5"/>
    <p:sldId id="279" r:id="rId6"/>
    <p:sldId id="280" r:id="rId7"/>
    <p:sldId id="281" r:id="rId8"/>
    <p:sldId id="282" r:id="rId9"/>
    <p:sldId id="283" r:id="rId10"/>
    <p:sldId id="284" r:id="rId11"/>
    <p:sldId id="285" r:id="rId12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Default Section" id="{E040B02B-911E-4FF8-8CC5-EB1C81D0CE18}">
          <p14:sldIdLst>
            <p14:sldId id="278"/>
            <p14:sldId id="279"/>
            <p14:sldId id="280"/>
            <p14:sldId id="281"/>
            <p14:sldId id="282"/>
            <p14:sldId id="283"/>
            <p14:sldId id="284"/>
            <p14:sldId id="285"/>
          </p14:sldIdLst>
        </p14:section>
      </p14:sectionLst>
    </p:ex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4995" autoAdjust="0"/>
    <p:restoredTop sz="94619" autoAdjust="0"/>
  </p:normalViewPr>
  <p:slideViewPr>
    <p:cSldViewPr snapToGrid="0">
      <p:cViewPr varScale="1">
        <p:scale>
          <a:sx n="86" d="100"/>
          <a:sy n="86" d="100"/>
        </p:scale>
        <p:origin x="562" y="6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4.xml"/><Relationship Id="rId13" Type="http://schemas.openxmlformats.org/officeDocument/2006/relationships/notesMaster" Target="notesMasters/notesMaster1.xml"/><Relationship Id="rId3" Type="http://schemas.openxmlformats.org/officeDocument/2006/relationships/customXml" Target="../customXml/item3.xml"/><Relationship Id="rId7" Type="http://schemas.openxmlformats.org/officeDocument/2006/relationships/slide" Target="slides/slide3.xml"/><Relationship Id="rId12" Type="http://schemas.openxmlformats.org/officeDocument/2006/relationships/slide" Target="slides/slide8.xml"/><Relationship Id="rId17" Type="http://schemas.openxmlformats.org/officeDocument/2006/relationships/tableStyles" Target="tableStyles.xml"/><Relationship Id="rId2" Type="http://schemas.openxmlformats.org/officeDocument/2006/relationships/customXml" Target="../customXml/item2.xml"/><Relationship Id="rId16" Type="http://schemas.openxmlformats.org/officeDocument/2006/relationships/theme" Target="theme/theme1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5" Type="http://schemas.openxmlformats.org/officeDocument/2006/relationships/slide" Target="slides/slide1.xml"/><Relationship Id="rId15" Type="http://schemas.openxmlformats.org/officeDocument/2006/relationships/viewProps" Target="viewProps.xml"/><Relationship Id="rId10" Type="http://schemas.openxmlformats.org/officeDocument/2006/relationships/slide" Target="slides/slide6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AFD01546-198A-4195-BCF8-F0FF54C90E5E}" type="datetimeFigureOut">
              <a:rPr lang="en-US" smtClean="0"/>
              <a:t>9/11/2026</a:t>
            </a:fld>
            <a:endParaRPr lang="en-US" dirty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 dirty="0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2E6DE88F-1F85-4A27-9D34-D74A50E7B0DA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73009185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33AEA074-24A7-4657-AE02-A51F68EA6AA2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2</a:t>
            </a:fld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457847550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370693" y="1769540"/>
            <a:ext cx="9440034" cy="1828801"/>
          </a:xfrm>
        </p:spPr>
        <p:txBody>
          <a:bodyPr anchor="b">
            <a:normAutofit/>
          </a:bodyPr>
          <a:lstStyle>
            <a:lvl1pPr algn="ctr">
              <a:defRPr sz="54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0693" y="3773489"/>
            <a:ext cx="9440034" cy="1049867"/>
          </a:xfrm>
        </p:spPr>
        <p:txBody>
          <a:bodyPr anchor="t"/>
          <a:lstStyle>
            <a:lvl1pPr marL="0" indent="0" algn="ctr">
              <a:buNone/>
              <a:defRPr>
                <a:solidFill>
                  <a:schemeClr val="tx1"/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8D38747-4367-4BD2-8D51-C97E202738E2}" type="datetime1">
              <a:rPr lang="en-US" smtClean="0"/>
              <a:t>9/11/2026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98EE3D-8CD1-4C3F-BD1C-C98C9596463C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15074671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3C55A3C-5767-4844-A0A3-83778C2E5409}" type="datetime1">
              <a:rPr lang="en-US" smtClean="0"/>
              <a:t>9/11/2026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98EE3D-8CD1-4C3F-BD1C-C98C9596463C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15486540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295401" y="1761067"/>
            <a:ext cx="9590550" cy="1828813"/>
          </a:xfrm>
        </p:spPr>
        <p:txBody>
          <a:bodyPr anchor="b"/>
          <a:lstStyle>
            <a:lvl1pPr algn="ctr">
              <a:defRPr sz="40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295401" y="3763439"/>
            <a:ext cx="9590550" cy="1333494"/>
          </a:xfrm>
        </p:spPr>
        <p:txBody>
          <a:bodyPr anchor="t"/>
          <a:lstStyle>
            <a:lvl1pPr marL="0" indent="0" algn="ctr">
              <a:buNone/>
              <a:defRPr sz="20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AE507A8-A5CF-4D38-AB86-7EDDA87A85D4}" type="datetime1">
              <a:rPr lang="en-US" smtClean="0"/>
              <a:t>9/11/2026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98EE3D-8CD1-4C3F-BD1C-C98C9596463C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8464019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3795" y="609600"/>
            <a:ext cx="10353762" cy="1261872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913795" y="2076450"/>
            <a:ext cx="4856841" cy="3622671"/>
          </a:xfrm>
        </p:spPr>
        <p:txBody>
          <a:bodyPr anchor="t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410716" y="2076451"/>
            <a:ext cx="4856841" cy="3622672"/>
          </a:xfrm>
        </p:spPr>
        <p:txBody>
          <a:bodyPr anchor="t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DFCD27C-8599-43EF-BA1D-14DDC1946E06}" type="datetime1">
              <a:rPr lang="en-US" smtClean="0"/>
              <a:t>9/11/2026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98EE3D-8CD1-4C3F-BD1C-C98C9596463C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98820582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" name="Picture 19" descr="Slate-V2-HD-compPhotoInset.png">
            <a:extLst>
              <a:ext uri="{FF2B5EF4-FFF2-40B4-BE49-F238E27FC236}">
                <a16:creationId xmlns:a16="http://schemas.microsoft.com/office/drawing/2014/main" id="{37B721FF-D609-4D98-9D19-CF75AA8A54FC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13795" y="1734506"/>
            <a:ext cx="5029200" cy="4099959"/>
          </a:xfrm>
          <a:prstGeom prst="rect">
            <a:avLst/>
          </a:prstGeom>
        </p:spPr>
      </p:pic>
      <p:pic>
        <p:nvPicPr>
          <p:cNvPr id="21" name="Picture 20" descr="Slate-V2-HD-compPhotoInset.png">
            <a:extLst>
              <a:ext uri="{FF2B5EF4-FFF2-40B4-BE49-F238E27FC236}">
                <a16:creationId xmlns:a16="http://schemas.microsoft.com/office/drawing/2014/main" id="{073936BD-C868-433F-8E84-D6DD8E640E3E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238357" y="1734506"/>
            <a:ext cx="5029200" cy="4099959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3795" y="609600"/>
            <a:ext cx="10353762" cy="970450"/>
          </a:xfrm>
        </p:spPr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46013" y="1855153"/>
            <a:ext cx="4764764" cy="692494"/>
          </a:xfrm>
        </p:spPr>
        <p:txBody>
          <a:bodyPr anchor="b">
            <a:noAutofit/>
          </a:bodyPr>
          <a:lstStyle>
            <a:lvl1pPr marL="0" indent="0" algn="ctr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046013" y="2702103"/>
            <a:ext cx="4764764" cy="3043533"/>
          </a:xfrm>
        </p:spPr>
        <p:txBody>
          <a:bodyPr anchor="t"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363166" y="1855152"/>
            <a:ext cx="4779582" cy="692495"/>
          </a:xfrm>
        </p:spPr>
        <p:txBody>
          <a:bodyPr anchor="b">
            <a:noAutofit/>
          </a:bodyPr>
          <a:lstStyle>
            <a:lvl1pPr marL="0" indent="0" algn="ctr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363167" y="2702103"/>
            <a:ext cx="4779581" cy="3043533"/>
          </a:xfrm>
        </p:spPr>
        <p:txBody>
          <a:bodyPr anchor="t"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9343D99-809A-49C0-96E5-4250D0B498EE}" type="datetime1">
              <a:rPr lang="en-US" smtClean="0"/>
              <a:t>9/11/2026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98EE3D-8CD1-4C3F-BD1C-C98C9596463C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23512034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143DE9B-B678-4EFB-BB7D-A4370204A0B0}" type="datetime1">
              <a:rPr lang="en-US" smtClean="0"/>
              <a:t>9/11/2026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98EE3D-8CD1-4C3F-BD1C-C98C9596463C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2909404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8812DA-F765-4142-A6A3-A8ED7235E082}" type="datetime1">
              <a:rPr lang="en-US" smtClean="0"/>
              <a:t>9/11/2026</a:t>
            </a:fld>
            <a:endParaRPr lang="en-US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98EE3D-8CD1-4C3F-BD1C-C98C9596463C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65513023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3795" y="609600"/>
            <a:ext cx="3706889" cy="1821918"/>
          </a:xfrm>
        </p:spPr>
        <p:txBody>
          <a:bodyPr anchor="b">
            <a:normAutofit/>
          </a:bodyPr>
          <a:lstStyle>
            <a:lvl1pPr algn="ctr">
              <a:defRPr sz="28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855633" y="609600"/>
            <a:ext cx="6411924" cy="5080001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913795" y="2673351"/>
            <a:ext cx="3706889" cy="3016250"/>
          </a:xfrm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E0277FD-7DE6-41D4-930D-AC99F5AFE54E}" type="datetime1">
              <a:rPr lang="en-US" smtClean="0"/>
              <a:t>9/11/2026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98EE3D-8CD1-4C3F-BD1C-C98C9596463C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79355695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2" name="Picture 21" descr="Slate-V2-HD-vertPhotoInset.png">
            <a:extLst>
              <a:ext uri="{FF2B5EF4-FFF2-40B4-BE49-F238E27FC236}">
                <a16:creationId xmlns:a16="http://schemas.microsoft.com/office/drawing/2014/main" id="{4D06E496-ACBA-4063-B4A1-C5C484EE5A77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293665" y="609600"/>
            <a:ext cx="3584166" cy="5204832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3795" y="763701"/>
            <a:ext cx="5707899" cy="1675559"/>
          </a:xfrm>
        </p:spPr>
        <p:txBody>
          <a:bodyPr anchor="b">
            <a:noAutofit/>
          </a:bodyPr>
          <a:lstStyle>
            <a:lvl1pPr algn="ctr">
              <a:defRPr sz="32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7442551" y="763702"/>
            <a:ext cx="3275751" cy="4912822"/>
          </a:xfrm>
          <a:effectLst>
            <a:outerShdw blurRad="38100" dist="25400" dir="4440000">
              <a:srgbClr val="000000">
                <a:alpha val="36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473698" y="2679699"/>
            <a:ext cx="4588094" cy="3135695"/>
          </a:xfrm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EA15526-7079-4B7B-987C-1B5FAE11A0FF}" type="datetime1">
              <a:rPr lang="en-US" smtClean="0"/>
              <a:t>9/11/2026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algn="l"/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98EE3D-8CD1-4C3F-BD1C-C98C9596463C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5305678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anoramic 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" name="Picture 15" descr="Slate-V2-HD-panoPhotoInset.png">
            <a:extLst>
              <a:ext uri="{FF2B5EF4-FFF2-40B4-BE49-F238E27FC236}">
                <a16:creationId xmlns:a16="http://schemas.microsoft.com/office/drawing/2014/main" id="{CE39118B-B3AD-4BD4-BA22-DEFF4E76CE9A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13883" y="547807"/>
            <a:ext cx="10141799" cy="3816806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3806" y="4565255"/>
            <a:ext cx="10355326" cy="543472"/>
          </a:xfrm>
        </p:spPr>
        <p:txBody>
          <a:bodyPr anchor="b">
            <a:normAutofit/>
          </a:bodyPr>
          <a:lstStyle>
            <a:lvl1pPr algn="ctr">
              <a:defRPr sz="28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1169349" y="695009"/>
            <a:ext cx="9845346" cy="3525671"/>
          </a:xfrm>
          <a:effectLst>
            <a:outerShdw blurRad="38100" dist="25400" dir="4440000">
              <a:srgbClr val="000000">
                <a:alpha val="36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2000"/>
            </a:lvl1pPr>
            <a:lvl2pPr marL="457200" indent="0">
              <a:buNone/>
              <a:defRPr sz="2000"/>
            </a:lvl2pPr>
            <a:lvl3pPr marL="914400" indent="0">
              <a:buNone/>
              <a:defRPr sz="20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913795" y="5247728"/>
            <a:ext cx="10353762" cy="543472"/>
          </a:xfrm>
        </p:spPr>
        <p:txBody>
          <a:bodyPr anchor="t"/>
          <a:lstStyle>
            <a:lvl1pPr marL="0" indent="0" algn="ctr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1F1B079-7EF0-44EE-B798-BCC497C9F3B2}" type="datetime1">
              <a:rPr lang="en-US" smtClean="0"/>
              <a:t>9/11/2026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98EE3D-8CD1-4C3F-BD1C-C98C9596463C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00950220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3795" y="608437"/>
            <a:ext cx="10353762" cy="3534344"/>
          </a:xfrm>
        </p:spPr>
        <p:txBody>
          <a:bodyPr anchor="ctr">
            <a:normAutofit/>
          </a:bodyPr>
          <a:lstStyle>
            <a:lvl1pPr>
              <a:defRPr sz="4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913794" y="4295180"/>
            <a:ext cx="10353763" cy="1501826"/>
          </a:xfrm>
        </p:spPr>
        <p:txBody>
          <a:bodyPr anchor="ctr"/>
          <a:lstStyle>
            <a:lvl1pPr marL="0" indent="0" algn="ctr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8FF70A8-1D13-4657-95F0-A9EA54967B8D}" type="datetime1">
              <a:rPr lang="en-US" smtClean="0"/>
              <a:t>9/11/2026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98EE3D-8CD1-4C3F-BD1C-C98C9596463C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05385040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46212" y="609600"/>
            <a:ext cx="9302752" cy="2992904"/>
          </a:xfrm>
        </p:spPr>
        <p:txBody>
          <a:bodyPr anchor="ctr">
            <a:normAutofit/>
          </a:bodyPr>
          <a:lstStyle>
            <a:lvl1pPr>
              <a:defRPr sz="36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2" name="Text Placeholder 3"/>
          <p:cNvSpPr>
            <a:spLocks noGrp="1"/>
          </p:cNvSpPr>
          <p:nvPr>
            <p:ph type="body" sz="half" idx="13"/>
          </p:nvPr>
        </p:nvSpPr>
        <p:spPr>
          <a:xfrm>
            <a:off x="1720644" y="3610032"/>
            <a:ext cx="8752299" cy="532749"/>
          </a:xfrm>
        </p:spPr>
        <p:txBody>
          <a:bodyPr anchor="t">
            <a:normAutofit/>
          </a:bodyPr>
          <a:lstStyle>
            <a:lvl1pPr marL="0" indent="0" algn="r">
              <a:buNone/>
              <a:defRPr sz="14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913794" y="4304353"/>
            <a:ext cx="10353763" cy="1489496"/>
          </a:xfrm>
        </p:spPr>
        <p:txBody>
          <a:bodyPr anchor="ctr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1EB90AC-71BD-4C7F-8ACA-7B3F18292E63}" type="datetime1">
              <a:rPr lang="en-US" smtClean="0"/>
              <a:t>9/11/2026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98EE3D-8CD1-4C3F-BD1C-C98C9596463C}" type="slidenum">
              <a:rPr lang="en-US" smtClean="0"/>
              <a:t>‹#›</a:t>
            </a:fld>
            <a:endParaRPr lang="en-US" dirty="0"/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223F0D53-0705-41B7-8554-09D21E7807F9}"/>
              </a:ext>
            </a:extLst>
          </p:cNvPr>
          <p:cNvSpPr txBox="1"/>
          <p:nvPr/>
        </p:nvSpPr>
        <p:spPr>
          <a:xfrm>
            <a:off x="990600" y="884796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/>
            <a:r>
              <a:rPr lang="en-US" sz="8000" dirty="0">
                <a:solidFill>
                  <a:schemeClr val="tx1"/>
                </a:solidFill>
                <a:effectLst/>
              </a:rPr>
              <a:t>“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C7F647CD-0F1A-4BB3-89E0-A74F1E1B098D}"/>
              </a:ext>
            </a:extLst>
          </p:cNvPr>
          <p:cNvSpPr txBox="1"/>
          <p:nvPr/>
        </p:nvSpPr>
        <p:spPr>
          <a:xfrm>
            <a:off x="10504716" y="2928258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 algn="r"/>
            <a:r>
              <a:rPr lang="en-US" sz="8000" dirty="0">
                <a:solidFill>
                  <a:schemeClr val="tx1"/>
                </a:solidFill>
                <a:effectLst/>
              </a:rPr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2775291183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3794" y="2126942"/>
            <a:ext cx="10353763" cy="2511835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913784" y="4650556"/>
            <a:ext cx="10352199" cy="1140644"/>
          </a:xfrm>
        </p:spPr>
        <p:txBody>
          <a:bodyPr anchor="t"/>
          <a:lstStyle>
            <a:lvl1pPr marL="0" indent="0" algn="ctr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E6EFC2C-8905-46F0-B443-CE905B76BA01}" type="datetime1">
              <a:rPr lang="en-US" smtClean="0"/>
              <a:t>9/11/2026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98EE3D-8CD1-4C3F-BD1C-C98C9596463C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345092503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Title 1"/>
          <p:cNvSpPr>
            <a:spLocks noGrp="1"/>
          </p:cNvSpPr>
          <p:nvPr>
            <p:ph type="title"/>
          </p:nvPr>
        </p:nvSpPr>
        <p:spPr>
          <a:xfrm>
            <a:off x="913795" y="609600"/>
            <a:ext cx="10353762" cy="970450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7" name="Text Placeholder 2"/>
          <p:cNvSpPr>
            <a:spLocks noGrp="1"/>
          </p:cNvSpPr>
          <p:nvPr>
            <p:ph type="body" idx="1"/>
          </p:nvPr>
        </p:nvSpPr>
        <p:spPr>
          <a:xfrm>
            <a:off x="913795" y="1885950"/>
            <a:ext cx="3300984" cy="764782"/>
          </a:xfrm>
        </p:spPr>
        <p:txBody>
          <a:bodyPr anchor="b">
            <a:noAutofit/>
          </a:bodyPr>
          <a:lstStyle>
            <a:lvl1pPr marL="0" indent="0" algn="ctr">
              <a:buNone/>
              <a:defRPr sz="22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" name="Text Placeholder 3"/>
          <p:cNvSpPr>
            <a:spLocks noGrp="1"/>
          </p:cNvSpPr>
          <p:nvPr>
            <p:ph type="body" sz="half" idx="15"/>
          </p:nvPr>
        </p:nvSpPr>
        <p:spPr>
          <a:xfrm>
            <a:off x="913795" y="2768112"/>
            <a:ext cx="3300984" cy="3023088"/>
          </a:xfrm>
        </p:spPr>
        <p:txBody>
          <a:bodyPr anchor="t">
            <a:norm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9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446711" y="1885949"/>
            <a:ext cx="3300984" cy="764783"/>
          </a:xfrm>
        </p:spPr>
        <p:txBody>
          <a:bodyPr anchor="b">
            <a:noAutofit/>
          </a:bodyPr>
          <a:lstStyle>
            <a:lvl1pPr marL="0" indent="0" algn="ctr">
              <a:buNone/>
              <a:defRPr sz="22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0" name="Text Placeholder 3"/>
          <p:cNvSpPr>
            <a:spLocks noGrp="1"/>
          </p:cNvSpPr>
          <p:nvPr>
            <p:ph type="body" sz="half" idx="16"/>
          </p:nvPr>
        </p:nvSpPr>
        <p:spPr>
          <a:xfrm>
            <a:off x="4441435" y="2768112"/>
            <a:ext cx="3300984" cy="3023088"/>
          </a:xfrm>
        </p:spPr>
        <p:txBody>
          <a:bodyPr anchor="t">
            <a:norm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1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7966572" y="1885950"/>
            <a:ext cx="3300984" cy="764782"/>
          </a:xfrm>
        </p:spPr>
        <p:txBody>
          <a:bodyPr anchor="b">
            <a:noAutofit/>
          </a:bodyPr>
          <a:lstStyle>
            <a:lvl1pPr marL="0" indent="0" algn="ctr">
              <a:buNone/>
              <a:defRPr sz="22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2" name="Text Placeholder 3"/>
          <p:cNvSpPr>
            <a:spLocks noGrp="1"/>
          </p:cNvSpPr>
          <p:nvPr>
            <p:ph type="body" sz="half" idx="17"/>
          </p:nvPr>
        </p:nvSpPr>
        <p:spPr>
          <a:xfrm>
            <a:off x="7966572" y="2768110"/>
            <a:ext cx="3300984" cy="3023089"/>
          </a:xfrm>
        </p:spPr>
        <p:txBody>
          <a:bodyPr anchor="t">
            <a:norm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079DC3-C9B5-499E-9140-0DC28B7074E2}" type="datetime1">
              <a:rPr lang="en-US" smtClean="0"/>
              <a:t>9/11/2026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98EE3D-8CD1-4C3F-BD1C-C98C9596463C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032647817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Picture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Slate-V2-HD-3colPhotoInset.png">
            <a:extLst>
              <a:ext uri="{FF2B5EF4-FFF2-40B4-BE49-F238E27FC236}">
                <a16:creationId xmlns:a16="http://schemas.microsoft.com/office/drawing/2014/main" id="{7E87C569-D426-4615-ADA7-B370EA98340A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97962" y="1818214"/>
            <a:ext cx="3339972" cy="1847851"/>
          </a:xfrm>
          <a:prstGeom prst="rect">
            <a:avLst/>
          </a:prstGeom>
        </p:spPr>
      </p:pic>
      <p:pic>
        <p:nvPicPr>
          <p:cNvPr id="36" name="Picture 35" descr="Slate-V2-HD-3colPhotoInset.png">
            <a:extLst>
              <a:ext uri="{FF2B5EF4-FFF2-40B4-BE49-F238E27FC236}">
                <a16:creationId xmlns:a16="http://schemas.microsoft.com/office/drawing/2014/main" id="{7B353ED4-7AD0-46C9-88ED-1A16B1433AF7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403800" y="1818214"/>
            <a:ext cx="3339972" cy="1847851"/>
          </a:xfrm>
          <a:prstGeom prst="rect">
            <a:avLst/>
          </a:prstGeom>
        </p:spPr>
      </p:pic>
      <p:pic>
        <p:nvPicPr>
          <p:cNvPr id="37" name="Picture 36" descr="Slate-V2-HD-3colPhotoInset.png">
            <a:extLst>
              <a:ext uri="{FF2B5EF4-FFF2-40B4-BE49-F238E27FC236}">
                <a16:creationId xmlns:a16="http://schemas.microsoft.com/office/drawing/2014/main" id="{F561D985-AD57-459A-B3A6-EBF296039766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936051" y="1818214"/>
            <a:ext cx="3339972" cy="1847851"/>
          </a:xfrm>
          <a:prstGeom prst="rect">
            <a:avLst/>
          </a:prstGeom>
        </p:spPr>
      </p:pic>
      <p:sp>
        <p:nvSpPr>
          <p:cNvPr id="30" name="Title 1"/>
          <p:cNvSpPr>
            <a:spLocks noGrp="1"/>
          </p:cNvSpPr>
          <p:nvPr>
            <p:ph type="title"/>
          </p:nvPr>
        </p:nvSpPr>
        <p:spPr>
          <a:xfrm>
            <a:off x="913794" y="609600"/>
            <a:ext cx="10353763" cy="970450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9" name="Text Placeholder 2"/>
          <p:cNvSpPr>
            <a:spLocks noGrp="1"/>
          </p:cNvSpPr>
          <p:nvPr>
            <p:ph type="body" idx="1"/>
          </p:nvPr>
        </p:nvSpPr>
        <p:spPr>
          <a:xfrm>
            <a:off x="913795" y="3904106"/>
            <a:ext cx="3300984" cy="576262"/>
          </a:xfrm>
        </p:spPr>
        <p:txBody>
          <a:bodyPr anchor="b">
            <a:noAutofit/>
          </a:bodyPr>
          <a:lstStyle>
            <a:lvl1pPr marL="0" indent="0" algn="ctr">
              <a:buNone/>
              <a:defRPr sz="20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0" name="Picture Placeholder 2"/>
          <p:cNvSpPr>
            <a:spLocks noGrp="1" noChangeAspect="1"/>
          </p:cNvSpPr>
          <p:nvPr>
            <p:ph type="pic" idx="15"/>
          </p:nvPr>
        </p:nvSpPr>
        <p:spPr>
          <a:xfrm>
            <a:off x="1018102" y="1938918"/>
            <a:ext cx="3092368" cy="1602954"/>
          </a:xfrm>
          <a:prstGeom prst="roundRect">
            <a:avLst>
              <a:gd name="adj" fmla="val 1858"/>
            </a:avLst>
          </a:prstGeom>
          <a:effectLst>
            <a:outerShdw blurRad="38100" dist="25400" dir="4440000">
              <a:srgbClr val="000000">
                <a:alpha val="36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1" name="Text Placeholder 3"/>
          <p:cNvSpPr>
            <a:spLocks noGrp="1"/>
          </p:cNvSpPr>
          <p:nvPr>
            <p:ph type="body" sz="half" idx="18"/>
          </p:nvPr>
        </p:nvSpPr>
        <p:spPr>
          <a:xfrm>
            <a:off x="913795" y="4572443"/>
            <a:ext cx="3300984" cy="1218758"/>
          </a:xfrm>
        </p:spPr>
        <p:txBody>
          <a:bodyPr anchor="t">
            <a:norm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2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442788" y="3904106"/>
            <a:ext cx="3300984" cy="576262"/>
          </a:xfrm>
        </p:spPr>
        <p:txBody>
          <a:bodyPr anchor="b">
            <a:noAutofit/>
          </a:bodyPr>
          <a:lstStyle>
            <a:lvl1pPr marL="0" indent="0" algn="ctr">
              <a:buNone/>
              <a:defRPr sz="20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3" name="Picture Placeholder 2"/>
          <p:cNvSpPr>
            <a:spLocks noGrp="1" noChangeAspect="1"/>
          </p:cNvSpPr>
          <p:nvPr>
            <p:ph type="pic" idx="21"/>
          </p:nvPr>
        </p:nvSpPr>
        <p:spPr>
          <a:xfrm>
            <a:off x="4545743" y="1939094"/>
            <a:ext cx="3092368" cy="1608164"/>
          </a:xfrm>
          <a:prstGeom prst="roundRect">
            <a:avLst>
              <a:gd name="adj" fmla="val 1858"/>
            </a:avLst>
          </a:prstGeom>
          <a:effectLst>
            <a:outerShdw blurRad="38100" dist="25400" dir="4440000">
              <a:srgbClr val="000000">
                <a:alpha val="36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4" name="Text Placeholder 3"/>
          <p:cNvSpPr>
            <a:spLocks noGrp="1"/>
          </p:cNvSpPr>
          <p:nvPr>
            <p:ph type="body" sz="half" idx="19"/>
          </p:nvPr>
        </p:nvSpPr>
        <p:spPr>
          <a:xfrm>
            <a:off x="4441435" y="4572442"/>
            <a:ext cx="3300984" cy="1218758"/>
          </a:xfrm>
        </p:spPr>
        <p:txBody>
          <a:bodyPr anchor="t">
            <a:norm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5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7966697" y="3904106"/>
            <a:ext cx="3300984" cy="576262"/>
          </a:xfrm>
        </p:spPr>
        <p:txBody>
          <a:bodyPr anchor="b">
            <a:noAutofit/>
          </a:bodyPr>
          <a:lstStyle>
            <a:lvl1pPr marL="0" indent="0" algn="ctr">
              <a:buNone/>
              <a:defRPr sz="20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6" name="Picture Placeholder 2"/>
          <p:cNvSpPr>
            <a:spLocks noGrp="1" noChangeAspect="1"/>
          </p:cNvSpPr>
          <p:nvPr>
            <p:ph type="pic" idx="22"/>
          </p:nvPr>
        </p:nvSpPr>
        <p:spPr>
          <a:xfrm>
            <a:off x="8075698" y="1934432"/>
            <a:ext cx="3092368" cy="1607294"/>
          </a:xfrm>
          <a:prstGeom prst="roundRect">
            <a:avLst>
              <a:gd name="adj" fmla="val 1858"/>
            </a:avLst>
          </a:prstGeom>
          <a:effectLst>
            <a:outerShdw blurRad="38100" dist="25400" dir="4440000">
              <a:srgbClr val="000000">
                <a:alpha val="36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7" name="Text Placeholder 3"/>
          <p:cNvSpPr>
            <a:spLocks noGrp="1"/>
          </p:cNvSpPr>
          <p:nvPr>
            <p:ph type="body" sz="half" idx="20"/>
          </p:nvPr>
        </p:nvSpPr>
        <p:spPr>
          <a:xfrm>
            <a:off x="7966572" y="4572442"/>
            <a:ext cx="3300984" cy="1218758"/>
          </a:xfrm>
        </p:spPr>
        <p:txBody>
          <a:bodyPr anchor="t">
            <a:norm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0BB33EA-E472-4D22-9C03-A9C14AA21CED}" type="datetime1">
              <a:rPr lang="en-US" smtClean="0"/>
              <a:t>9/11/2026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98EE3D-8CD1-4C3F-BD1C-C98C9596463C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79325466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6" Type="http://schemas.openxmlformats.org/officeDocument/2006/relationships/theme" Target="../theme/theme1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3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913795" y="609600"/>
            <a:ext cx="10353762" cy="1257300"/>
          </a:xfrm>
          <a:prstGeom prst="rect">
            <a:avLst/>
          </a:prstGeom>
          <a:effectLst>
            <a:outerShdw blurRad="25400" dir="17880000">
              <a:srgbClr val="000000">
                <a:alpha val="46000"/>
              </a:srgbClr>
            </a:outerShdw>
          </a:effectLst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913795" y="2076450"/>
            <a:ext cx="10353762" cy="3714749"/>
          </a:xfrm>
          <a:prstGeom prst="rect">
            <a:avLst/>
          </a:prstGeom>
          <a:effectLst>
            <a:outerShdw blurRad="25400" dir="17880000">
              <a:srgbClr val="000000">
                <a:alpha val="46000"/>
              </a:srgbClr>
            </a:outerShdw>
          </a:effectLst>
        </p:spPr>
        <p:txBody>
          <a:bodyPr vert="horz" lIns="91440" tIns="45720" rIns="91440" bIns="45720" rtlCol="0" anchor="t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7678736" y="6000749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100">
                <a:solidFill>
                  <a:schemeClr val="tx1">
                    <a:lumMod val="95000"/>
                  </a:schemeClr>
                </a:solidFill>
                <a:effectLst>
                  <a:outerShdw blurRad="50800" dist="38100" dir="2700000" algn="tl" rotWithShape="0">
                    <a:schemeClr val="bg1">
                      <a:alpha val="43000"/>
                    </a:schemeClr>
                  </a:outerShdw>
                </a:effectLst>
              </a:defRPr>
            </a:lvl1pPr>
          </a:lstStyle>
          <a:p>
            <a:fld id="{073ED0CC-082F-4160-86E5-0D6041F12778}" type="datetime1">
              <a:rPr lang="en-US" smtClean="0"/>
              <a:t>9/11/2026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913795" y="6000749"/>
            <a:ext cx="6672865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100">
                <a:solidFill>
                  <a:schemeClr val="tx1">
                    <a:lumMod val="95000"/>
                  </a:schemeClr>
                </a:solidFill>
                <a:effectLst>
                  <a:outerShdw blurRad="50800" dist="38100" dir="2700000" algn="tl" rotWithShape="0">
                    <a:schemeClr val="bg1">
                      <a:alpha val="43000"/>
                    </a:schemeClr>
                  </a:outerShdw>
                </a:effectLst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0514011" y="6000749"/>
            <a:ext cx="753545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100">
                <a:solidFill>
                  <a:schemeClr val="tx1">
                    <a:lumMod val="95000"/>
                  </a:schemeClr>
                </a:solidFill>
                <a:effectLst>
                  <a:outerShdw blurRad="50800" dist="38100" dir="2700000" algn="tl" rotWithShape="0">
                    <a:schemeClr val="bg1">
                      <a:alpha val="43000"/>
                    </a:schemeClr>
                  </a:outerShdw>
                </a:effectLst>
              </a:defRPr>
            </a:lvl1pPr>
          </a:lstStyle>
          <a:p>
            <a:fld id="{3A98EE3D-8CD1-4C3F-BD1C-C98C9596463C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858978357"/>
      </p:ext>
    </p:extLst>
  </p:cSld>
  <p:clrMap bg1="dk1" tx1="lt1" bg2="dk2" tx2="lt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  <p:sldLayoutId id="2147483672" r:id="rId12"/>
    <p:sldLayoutId id="2147483673" r:id="rId13"/>
    <p:sldLayoutId id="2147483674" r:id="rId14"/>
    <p:sldLayoutId id="2147483675" r:id="rId15"/>
  </p:sldLayoutIdLst>
  <p:hf sldNum="0" hdr="0" ftr="0" dt="0"/>
  <p:txStyles>
    <p:titleStyle>
      <a:lvl1pPr algn="ctr" defTabSz="457200" rtl="0" eaLnBrk="1" latinLnBrk="0" hangingPunct="1">
        <a:lnSpc>
          <a:spcPct val="90000"/>
        </a:lnSpc>
        <a:spcBef>
          <a:spcPct val="0"/>
        </a:spcBef>
        <a:buNone/>
        <a:defRPr sz="4600" kern="1200">
          <a:ln>
            <a:solidFill>
              <a:schemeClr val="bg1">
                <a:lumMod val="75000"/>
                <a:lumOff val="25000"/>
                <a:alpha val="10000"/>
              </a:schemeClr>
            </a:solidFill>
          </a:ln>
          <a:solidFill>
            <a:schemeClr val="tx2"/>
          </a:solidFill>
          <a:effectLst>
            <a:outerShdw blurRad="9525" dist="25400" dir="14640000" algn="tl" rotWithShape="0">
              <a:schemeClr val="bg1">
                <a:alpha val="30000"/>
              </a:schemeClr>
            </a:outerShdw>
          </a:effectLst>
          <a:latin typeface="+mj-lt"/>
          <a:ea typeface="+mj-ea"/>
          <a:cs typeface="Trebuchet M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342900" indent="-306000" algn="l" defTabSz="457200" rtl="0" eaLnBrk="1" latinLnBrk="0" hangingPunct="1">
        <a:lnSpc>
          <a:spcPct val="110000"/>
        </a:lnSpc>
        <a:spcBef>
          <a:spcPct val="20000"/>
        </a:spcBef>
        <a:spcAft>
          <a:spcPts val="600"/>
        </a:spcAft>
        <a:buClr>
          <a:schemeClr val="tx2"/>
        </a:buClr>
        <a:buSzPct val="70000"/>
        <a:buFont typeface="Wingdings 2" charset="2"/>
        <a:buChar char=""/>
        <a:defRPr sz="2300" kern="1200">
          <a:ln>
            <a:solidFill>
              <a:schemeClr val="bg1">
                <a:lumMod val="75000"/>
                <a:lumOff val="25000"/>
                <a:alpha val="10000"/>
              </a:schemeClr>
            </a:solidFill>
          </a:ln>
          <a:solidFill>
            <a:schemeClr val="tx2"/>
          </a:solidFill>
          <a:effectLst>
            <a:outerShdw blurRad="9525" dist="25400" dir="14640000" algn="tl" rotWithShape="0">
              <a:schemeClr val="bg1">
                <a:alpha val="30000"/>
              </a:schemeClr>
            </a:outerShdw>
          </a:effectLst>
          <a:latin typeface="+mn-lt"/>
          <a:ea typeface="+mn-ea"/>
          <a:cs typeface="+mn-cs"/>
        </a:defRPr>
      </a:lvl1pPr>
      <a:lvl2pPr marL="720000" indent="-270000" algn="l" defTabSz="457200" rtl="0" eaLnBrk="1" latinLnBrk="0" hangingPunct="1">
        <a:spcBef>
          <a:spcPct val="20000"/>
        </a:spcBef>
        <a:spcAft>
          <a:spcPts val="600"/>
        </a:spcAft>
        <a:buClr>
          <a:schemeClr val="tx2"/>
        </a:buClr>
        <a:buSzPct val="70000"/>
        <a:buFont typeface="Wingdings 2" charset="2"/>
        <a:buChar char=""/>
        <a:defRPr sz="2100" kern="1200">
          <a:ln>
            <a:solidFill>
              <a:schemeClr val="bg1">
                <a:lumMod val="75000"/>
                <a:lumOff val="25000"/>
                <a:alpha val="10000"/>
              </a:schemeClr>
            </a:solidFill>
          </a:ln>
          <a:solidFill>
            <a:schemeClr val="tx2"/>
          </a:solidFill>
          <a:effectLst>
            <a:outerShdw blurRad="9525" dist="25400" dir="14640000" algn="tl" rotWithShape="0">
              <a:schemeClr val="bg1">
                <a:alpha val="30000"/>
              </a:schemeClr>
            </a:outerShdw>
          </a:effectLst>
          <a:latin typeface="+mn-lt"/>
          <a:ea typeface="+mn-ea"/>
          <a:cs typeface="+mn-cs"/>
        </a:defRPr>
      </a:lvl2pPr>
      <a:lvl3pPr marL="1026000" indent="-216000" algn="l" defTabSz="457200" rtl="0" eaLnBrk="1" latinLnBrk="0" hangingPunct="1">
        <a:spcBef>
          <a:spcPct val="20000"/>
        </a:spcBef>
        <a:spcAft>
          <a:spcPts val="600"/>
        </a:spcAft>
        <a:buClr>
          <a:schemeClr val="tx2"/>
        </a:buClr>
        <a:buSzPct val="70000"/>
        <a:buFont typeface="Wingdings 2" charset="2"/>
        <a:buChar char=""/>
        <a:defRPr sz="1800" kern="1200">
          <a:ln>
            <a:solidFill>
              <a:schemeClr val="bg1">
                <a:lumMod val="75000"/>
                <a:lumOff val="25000"/>
                <a:alpha val="10000"/>
              </a:schemeClr>
            </a:solidFill>
          </a:ln>
          <a:solidFill>
            <a:schemeClr val="tx2"/>
          </a:solidFill>
          <a:effectLst>
            <a:outerShdw blurRad="9525" dist="25400" dir="14640000" algn="tl" rotWithShape="0">
              <a:schemeClr val="bg1">
                <a:alpha val="30000"/>
              </a:schemeClr>
            </a:outerShdw>
          </a:effectLst>
          <a:latin typeface="+mn-lt"/>
          <a:ea typeface="+mn-ea"/>
          <a:cs typeface="+mn-cs"/>
        </a:defRPr>
      </a:lvl3pPr>
      <a:lvl4pPr marL="1386000" indent="-216000" algn="l" defTabSz="457200" rtl="0" eaLnBrk="1" latinLnBrk="0" hangingPunct="1">
        <a:spcBef>
          <a:spcPct val="20000"/>
        </a:spcBef>
        <a:spcAft>
          <a:spcPts val="600"/>
        </a:spcAft>
        <a:buClr>
          <a:schemeClr val="tx2"/>
        </a:buClr>
        <a:buSzPct val="70000"/>
        <a:buFont typeface="Wingdings 2" charset="2"/>
        <a:buChar char=""/>
        <a:defRPr sz="1600" kern="1200">
          <a:ln>
            <a:solidFill>
              <a:schemeClr val="bg1">
                <a:lumMod val="75000"/>
                <a:lumOff val="25000"/>
                <a:alpha val="10000"/>
              </a:schemeClr>
            </a:solidFill>
          </a:ln>
          <a:solidFill>
            <a:schemeClr val="tx2"/>
          </a:solidFill>
          <a:effectLst>
            <a:outerShdw blurRad="9525" dist="25400" dir="14640000" algn="tl" rotWithShape="0">
              <a:schemeClr val="bg1">
                <a:alpha val="30000"/>
              </a:schemeClr>
            </a:outerShdw>
          </a:effectLst>
          <a:latin typeface="+mn-lt"/>
          <a:ea typeface="+mn-ea"/>
          <a:cs typeface="+mn-cs"/>
        </a:defRPr>
      </a:lvl4pPr>
      <a:lvl5pPr marL="1674000" indent="-216000" algn="l" defTabSz="457200" rtl="0" eaLnBrk="1" latinLnBrk="0" hangingPunct="1">
        <a:spcBef>
          <a:spcPct val="20000"/>
        </a:spcBef>
        <a:spcAft>
          <a:spcPts val="600"/>
        </a:spcAft>
        <a:buClr>
          <a:schemeClr val="tx2"/>
        </a:buClr>
        <a:buSzPct val="70000"/>
        <a:buFont typeface="Wingdings 2" charset="2"/>
        <a:buChar char=""/>
        <a:defRPr sz="1600" kern="1200">
          <a:ln>
            <a:solidFill>
              <a:schemeClr val="bg1">
                <a:lumMod val="75000"/>
                <a:lumOff val="25000"/>
                <a:alpha val="10000"/>
              </a:schemeClr>
            </a:solidFill>
          </a:ln>
          <a:solidFill>
            <a:schemeClr val="tx2"/>
          </a:solidFill>
          <a:effectLst>
            <a:outerShdw blurRad="9525" dist="25400" dir="14640000" algn="tl" rotWithShape="0">
              <a:schemeClr val="bg1">
                <a:alpha val="30000"/>
              </a:schemeClr>
            </a:outerShdw>
          </a:effectLst>
          <a:latin typeface="+mn-lt"/>
          <a:ea typeface="+mn-ea"/>
          <a:cs typeface="+mn-cs"/>
        </a:defRPr>
      </a:lvl5pPr>
      <a:lvl6pPr marL="20146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tx2"/>
        </a:buClr>
        <a:buSzPct val="70000"/>
        <a:buFont typeface="Wingdings 2" charset="2"/>
        <a:buChar char=""/>
        <a:defRPr sz="1400" kern="1200">
          <a:ln>
            <a:solidFill>
              <a:schemeClr val="bg1">
                <a:lumMod val="75000"/>
                <a:lumOff val="25000"/>
                <a:alpha val="10000"/>
              </a:schemeClr>
            </a:solidFill>
          </a:ln>
          <a:solidFill>
            <a:schemeClr val="tx2"/>
          </a:solidFill>
          <a:effectLst>
            <a:outerShdw blurRad="9525" dist="25400" dir="14640000" algn="tl" rotWithShape="0">
              <a:schemeClr val="bg1">
                <a:alpha val="30000"/>
              </a:schemeClr>
            </a:outerShdw>
          </a:effectLst>
          <a:latin typeface="+mn-lt"/>
          <a:ea typeface="+mn-ea"/>
          <a:cs typeface="+mn-cs"/>
        </a:defRPr>
      </a:lvl6pPr>
      <a:lvl7pPr marL="24018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tx2"/>
        </a:buClr>
        <a:buSzPct val="70000"/>
        <a:buFont typeface="Wingdings 2" charset="2"/>
        <a:buChar char=""/>
        <a:defRPr sz="1400" kern="1200">
          <a:ln>
            <a:solidFill>
              <a:schemeClr val="bg1">
                <a:lumMod val="75000"/>
                <a:lumOff val="25000"/>
                <a:alpha val="10000"/>
              </a:schemeClr>
            </a:solidFill>
          </a:ln>
          <a:solidFill>
            <a:schemeClr val="tx2"/>
          </a:solidFill>
          <a:effectLst>
            <a:outerShdw blurRad="9525" dist="25400" dir="14640000" algn="tl" rotWithShape="0">
              <a:schemeClr val="bg1">
                <a:alpha val="30000"/>
              </a:schemeClr>
            </a:outerShdw>
          </a:effectLst>
          <a:latin typeface="+mn-lt"/>
          <a:ea typeface="+mn-ea"/>
          <a:cs typeface="+mn-cs"/>
        </a:defRPr>
      </a:lvl7pPr>
      <a:lvl8pPr marL="27890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tx2"/>
        </a:buClr>
        <a:buSzPct val="70000"/>
        <a:buFont typeface="Wingdings 2" charset="2"/>
        <a:buChar char=""/>
        <a:defRPr sz="1400" kern="1200">
          <a:ln>
            <a:solidFill>
              <a:schemeClr val="bg1">
                <a:lumMod val="75000"/>
                <a:lumOff val="25000"/>
                <a:alpha val="10000"/>
              </a:schemeClr>
            </a:solidFill>
          </a:ln>
          <a:solidFill>
            <a:schemeClr val="tx2"/>
          </a:solidFill>
          <a:effectLst>
            <a:outerShdw blurRad="9525" dist="25400" dir="14640000" algn="tl" rotWithShape="0">
              <a:schemeClr val="bg1">
                <a:alpha val="30000"/>
              </a:schemeClr>
            </a:outerShdw>
          </a:effectLst>
          <a:latin typeface="+mn-lt"/>
          <a:ea typeface="+mn-ea"/>
          <a:cs typeface="+mn-cs"/>
        </a:defRPr>
      </a:lvl8pPr>
      <a:lvl9pPr marL="31062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tx2"/>
        </a:buClr>
        <a:buSzPct val="70000"/>
        <a:buFont typeface="Wingdings 2" charset="2"/>
        <a:buChar char=""/>
        <a:defRPr sz="1400" kern="1200">
          <a:ln>
            <a:solidFill>
              <a:schemeClr val="bg1">
                <a:lumMod val="75000"/>
                <a:lumOff val="25000"/>
                <a:alpha val="10000"/>
              </a:schemeClr>
            </a:solidFill>
          </a:ln>
          <a:solidFill>
            <a:schemeClr val="tx2"/>
          </a:solidFill>
          <a:effectLst>
            <a:outerShdw blurRad="9525" dist="25400" dir="14640000" algn="tl" rotWithShape="0">
              <a:schemeClr val="bg1">
                <a:alpha val="30000"/>
              </a:schemeClr>
            </a:outerShdw>
          </a:effectLst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slideLayout" Target="../slideLayouts/slideLayout1.xml"/><Relationship Id="rId1" Type="http://schemas.openxmlformats.org/officeDocument/2006/relationships/themeOverride" Target="../theme/themeOverride1.xml"/><Relationship Id="rId4" Type="http://schemas.openxmlformats.org/officeDocument/2006/relationships/image" Target="../media/image6.jpeg"/></Relationships>
</file>

<file path=ppt/slides/_rels/slide2.xml.rels><?xml version="1.0" encoding="UTF-8" standalone="yes"?>
<Relationships xmlns="http://schemas.openxmlformats.org/package/2006/relationships"><Relationship Id="rId8" Type="http://schemas.openxmlformats.org/officeDocument/2006/relationships/image" Target="../media/image10.png"/><Relationship Id="rId3" Type="http://schemas.openxmlformats.org/officeDocument/2006/relationships/notesSlide" Target="../notesSlides/notesSlide1.xml"/><Relationship Id="rId7" Type="http://schemas.openxmlformats.org/officeDocument/2006/relationships/image" Target="../media/image9.png"/><Relationship Id="rId2" Type="http://schemas.openxmlformats.org/officeDocument/2006/relationships/slideLayout" Target="../slideLayouts/slideLayout2.xml"/><Relationship Id="rId1" Type="http://schemas.openxmlformats.org/officeDocument/2006/relationships/themeOverride" Target="../theme/themeOverride2.xml"/><Relationship Id="rId6" Type="http://schemas.openxmlformats.org/officeDocument/2006/relationships/image" Target="../media/image8.png"/><Relationship Id="rId5" Type="http://schemas.openxmlformats.org/officeDocument/2006/relationships/image" Target="../media/image7.jpeg"/><Relationship Id="rId10" Type="http://schemas.openxmlformats.org/officeDocument/2006/relationships/image" Target="../media/image12.png"/><Relationship Id="rId4" Type="http://schemas.openxmlformats.org/officeDocument/2006/relationships/image" Target="../media/image1.jpeg"/><Relationship Id="rId9" Type="http://schemas.openxmlformats.org/officeDocument/2006/relationships/image" Target="../media/image11.png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19.png"/><Relationship Id="rId4" Type="http://schemas.openxmlformats.org/officeDocument/2006/relationships/image" Target="../media/image18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png"/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23.png"/><Relationship Id="rId4" Type="http://schemas.openxmlformats.org/officeDocument/2006/relationships/image" Target="../media/image22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5.png"/><Relationship Id="rId2" Type="http://schemas.openxmlformats.org/officeDocument/2006/relationships/image" Target="../media/image24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27.png"/><Relationship Id="rId4" Type="http://schemas.openxmlformats.org/officeDocument/2006/relationships/image" Target="../media/image26.png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rotWithShape="1">
          <a:blip r:embed="rId3">
            <a:duotone>
              <a:schemeClr val="bg1">
                <a:shade val="80000"/>
                <a:lumMod val="80000"/>
              </a:schemeClr>
              <a:schemeClr val="bg1">
                <a:tint val="98000"/>
              </a:schemeClr>
            </a:duotone>
          </a:blip>
          <a:stretch/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F8A1C807-B9AD-4C9B-BF9F-60F03428998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/>
        </p:nvPicPr>
        <p:blipFill rotWithShape="1"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-1" y="-169673"/>
            <a:ext cx="12192001" cy="6857990"/>
          </a:xfrm>
          <a:prstGeom prst="rect">
            <a:avLst/>
          </a:prstGeom>
        </p:spPr>
      </p:pic>
      <p:sp useBgFill="1">
        <p:nvSpPr>
          <p:cNvPr id="103" name="Freeform 5">
            <a:extLst>
              <a:ext uri="{FF2B5EF4-FFF2-40B4-BE49-F238E27FC236}">
                <a16:creationId xmlns:a16="http://schemas.microsoft.com/office/drawing/2014/main" id="{FE469E50-3893-4ED6-92BA-2985C32B0CA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auto">
          <a:xfrm rot="5400000">
            <a:off x="7131809" y="1385982"/>
            <a:ext cx="4031414" cy="4100418"/>
          </a:xfrm>
          <a:custGeom>
            <a:avLst/>
            <a:gdLst>
              <a:gd name="T0" fmla="*/ 1577 w 1601"/>
              <a:gd name="T1" fmla="*/ 0 h 696"/>
              <a:gd name="T2" fmla="*/ 833 w 1601"/>
              <a:gd name="T3" fmla="*/ 0 h 696"/>
              <a:gd name="T4" fmla="*/ 768 w 1601"/>
              <a:gd name="T5" fmla="*/ 0 h 696"/>
              <a:gd name="T6" fmla="*/ 24 w 1601"/>
              <a:gd name="T7" fmla="*/ 0 h 696"/>
              <a:gd name="T8" fmla="*/ 0 w 1601"/>
              <a:gd name="T9" fmla="*/ 27 h 696"/>
              <a:gd name="T10" fmla="*/ 0 w 1601"/>
              <a:gd name="T11" fmla="*/ 669 h 696"/>
              <a:gd name="T12" fmla="*/ 24 w 1601"/>
              <a:gd name="T13" fmla="*/ 696 h 696"/>
              <a:gd name="T14" fmla="*/ 768 w 1601"/>
              <a:gd name="T15" fmla="*/ 696 h 696"/>
              <a:gd name="T16" fmla="*/ 833 w 1601"/>
              <a:gd name="T17" fmla="*/ 696 h 696"/>
              <a:gd name="T18" fmla="*/ 1577 w 1601"/>
              <a:gd name="T19" fmla="*/ 696 h 696"/>
              <a:gd name="T20" fmla="*/ 1601 w 1601"/>
              <a:gd name="T21" fmla="*/ 669 h 696"/>
              <a:gd name="T22" fmla="*/ 1601 w 1601"/>
              <a:gd name="T23" fmla="*/ 27 h 696"/>
              <a:gd name="T24" fmla="*/ 1577 w 1601"/>
              <a:gd name="T25" fmla="*/ 0 h 696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</a:cxnLst>
            <a:rect l="0" t="0" r="r" b="b"/>
            <a:pathLst>
              <a:path w="1601" h="696">
                <a:moveTo>
                  <a:pt x="1577" y="0"/>
                </a:moveTo>
                <a:cubicBezTo>
                  <a:pt x="833" y="0"/>
                  <a:pt x="833" y="0"/>
                  <a:pt x="833" y="0"/>
                </a:cubicBezTo>
                <a:cubicBezTo>
                  <a:pt x="768" y="0"/>
                  <a:pt x="768" y="0"/>
                  <a:pt x="768" y="0"/>
                </a:cubicBezTo>
                <a:cubicBezTo>
                  <a:pt x="24" y="0"/>
                  <a:pt x="24" y="0"/>
                  <a:pt x="24" y="0"/>
                </a:cubicBezTo>
                <a:cubicBezTo>
                  <a:pt x="11" y="0"/>
                  <a:pt x="0" y="12"/>
                  <a:pt x="0" y="27"/>
                </a:cubicBezTo>
                <a:cubicBezTo>
                  <a:pt x="0" y="669"/>
                  <a:pt x="0" y="669"/>
                  <a:pt x="0" y="669"/>
                </a:cubicBezTo>
                <a:cubicBezTo>
                  <a:pt x="0" y="684"/>
                  <a:pt x="11" y="696"/>
                  <a:pt x="24" y="696"/>
                </a:cubicBezTo>
                <a:cubicBezTo>
                  <a:pt x="768" y="696"/>
                  <a:pt x="768" y="696"/>
                  <a:pt x="768" y="696"/>
                </a:cubicBezTo>
                <a:cubicBezTo>
                  <a:pt x="833" y="696"/>
                  <a:pt x="833" y="696"/>
                  <a:pt x="833" y="696"/>
                </a:cubicBezTo>
                <a:cubicBezTo>
                  <a:pt x="1577" y="696"/>
                  <a:pt x="1577" y="696"/>
                  <a:pt x="1577" y="696"/>
                </a:cubicBezTo>
                <a:cubicBezTo>
                  <a:pt x="1590" y="696"/>
                  <a:pt x="1601" y="684"/>
                  <a:pt x="1601" y="669"/>
                </a:cubicBezTo>
                <a:cubicBezTo>
                  <a:pt x="1601" y="27"/>
                  <a:pt x="1601" y="27"/>
                  <a:pt x="1601" y="27"/>
                </a:cubicBezTo>
                <a:cubicBezTo>
                  <a:pt x="1601" y="12"/>
                  <a:pt x="1590" y="0"/>
                  <a:pt x="1577" y="0"/>
                </a:cubicBezTo>
                <a:close/>
              </a:path>
            </a:pathLst>
          </a:custGeom>
          <a:ln>
            <a:noFill/>
          </a:ln>
          <a:effectLst>
            <a:outerShdw blurRad="50800" dist="38100" dir="5400000" algn="tl" rotWithShape="0">
              <a:srgbClr val="000000">
                <a:alpha val="43000"/>
              </a:srgbClr>
            </a:outerShdw>
          </a:effectLst>
          <a:extLst>
            <a:ext uri="{91240B29-F687-4f45-9708-019B960494DF}">
              <a14:hiddenLine xmlns="" xmlns:a14="http://schemas.microsoft.com/office/drawing/2010/main" xmlns:p14="http://schemas.microsoft.com/office/powerpoint/2010/main" xmlns:a16="http://schemas.microsoft.com/office/drawing/2014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Goudy Old Style"/>
              <a:ea typeface="+mn-ea"/>
              <a:cs typeface="+mn-cs"/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0D1F047C-C727-42A7-85C5-68C5AA1B1A9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7389962" y="1673524"/>
            <a:ext cx="3485073" cy="2420504"/>
          </a:xfrm>
        </p:spPr>
        <p:txBody>
          <a:bodyPr>
            <a:normAutofit/>
          </a:bodyPr>
          <a:lstStyle/>
          <a:p>
            <a:pPr algn="l"/>
            <a:r>
              <a:rPr lang="en-US" sz="4000" dirty="0"/>
              <a:t>Milestone 3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DB93FB3F-A8D4-46D3-A1C6-C79C64563729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7389965" y="4157933"/>
            <a:ext cx="3485072" cy="1026544"/>
          </a:xfrm>
        </p:spPr>
        <p:txBody>
          <a:bodyPr>
            <a:normAutofit/>
          </a:bodyPr>
          <a:lstStyle/>
          <a:p>
            <a:pPr algn="l"/>
            <a:r>
              <a:rPr lang="en-US" sz="2300" dirty="0"/>
              <a:t>Sit Dolor Amet</a:t>
            </a:r>
          </a:p>
        </p:txBody>
      </p:sp>
    </p:spTree>
    <p:extLst>
      <p:ext uri="{BB962C8B-B14F-4D97-AF65-F5344CB8AC3E}">
        <p14:creationId xmlns:p14="http://schemas.microsoft.com/office/powerpoint/2010/main" val="4167884232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rotWithShape="1">
          <a:blip r:embed="rId4">
            <a:duotone>
              <a:schemeClr val="bg1">
                <a:shade val="80000"/>
                <a:lumMod val="80000"/>
              </a:schemeClr>
              <a:schemeClr val="bg1">
                <a:tint val="98000"/>
              </a:schemeClr>
            </a:duotone>
          </a:blip>
          <a:stretch/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55" name="Rectangle 54">
            <a:extLst>
              <a:ext uri="{FF2B5EF4-FFF2-40B4-BE49-F238E27FC236}">
                <a16:creationId xmlns:a16="http://schemas.microsoft.com/office/drawing/2014/main" id="{0EF2A0DA-AE81-4A45-972E-646AC2870C2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Goudy Old Style"/>
              <a:ea typeface="+mn-ea"/>
              <a:cs typeface="+mn-cs"/>
            </a:endParaRP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72B2D6DE-C9B5-4678-91EF-77E85F2350D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/>
        </p:nvPicPr>
        <p:blipFill rotWithShape="1"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-1"/>
          <a:stretch/>
        </p:blipFill>
        <p:spPr>
          <a:xfrm>
            <a:off x="0" y="10"/>
            <a:ext cx="6096000" cy="6857990"/>
          </a:xfrm>
          <a:prstGeom prst="rect">
            <a:avLst/>
          </a:prstGeom>
        </p:spPr>
      </p:pic>
      <p:pic>
        <p:nvPicPr>
          <p:cNvPr id="57" name="Picture 56">
            <a:extLst>
              <a:ext uri="{FF2B5EF4-FFF2-40B4-BE49-F238E27FC236}">
                <a16:creationId xmlns:a16="http://schemas.microsoft.com/office/drawing/2014/main" id="{B536FA4E-0152-4E27-91DA-0FC22D1846B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PicPr>
        <p:blipFill rotWithShape="1"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6257026" y="1"/>
            <a:ext cx="5934973" cy="6858000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89559F60-4CE1-4E2F-86EA-1B60679F1F4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759995" y="-57878"/>
            <a:ext cx="4538124" cy="970450"/>
          </a:xfrm>
        </p:spPr>
        <p:txBody>
          <a:bodyPr anchor="b">
            <a:normAutofit/>
          </a:bodyPr>
          <a:lstStyle/>
          <a:p>
            <a:pPr algn="l"/>
            <a:r>
              <a:rPr lang="en-US" sz="4000" dirty="0"/>
              <a:t>Patient Dashboard	</a:t>
            </a:r>
          </a:p>
        </p:txBody>
      </p:sp>
      <p:pic>
        <p:nvPicPr>
          <p:cNvPr id="13" name="Picture 12">
            <a:extLst>
              <a:ext uri="{FF2B5EF4-FFF2-40B4-BE49-F238E27FC236}">
                <a16:creationId xmlns:a16="http://schemas.microsoft.com/office/drawing/2014/main" id="{F53D0169-4ADA-4E85-96FF-C8DA63F1F282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53769" y="43886"/>
            <a:ext cx="6042231" cy="3535230"/>
          </a:xfrm>
          <a:prstGeom prst="rect">
            <a:avLst/>
          </a:prstGeom>
        </p:spPr>
      </p:pic>
      <p:pic>
        <p:nvPicPr>
          <p:cNvPr id="15" name="Picture 14">
            <a:extLst>
              <a:ext uri="{FF2B5EF4-FFF2-40B4-BE49-F238E27FC236}">
                <a16:creationId xmlns:a16="http://schemas.microsoft.com/office/drawing/2014/main" id="{D3E55CF2-3D5F-4340-8EAE-F84F3DB72F04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6042511" y="959181"/>
            <a:ext cx="6149629" cy="5397232"/>
          </a:xfrm>
          <a:prstGeom prst="rect">
            <a:avLst/>
          </a:prstGeom>
        </p:spPr>
      </p:pic>
      <p:pic>
        <p:nvPicPr>
          <p:cNvPr id="17" name="Picture 16">
            <a:extLst>
              <a:ext uri="{FF2B5EF4-FFF2-40B4-BE49-F238E27FC236}">
                <a16:creationId xmlns:a16="http://schemas.microsoft.com/office/drawing/2014/main" id="{D5707BA5-62E8-4BC3-8E51-BF0AB78257EA}"/>
              </a:ext>
            </a:extLst>
      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6042371" y="6356413"/>
            <a:ext cx="6149629" cy="545463"/>
          </a:xfrm>
          <a:prstGeom prst="rect">
            <a:avLst/>
          </a:prstGeom>
        </p:spPr>
      </p:pic>
      <p:pic>
        <p:nvPicPr>
          <p:cNvPr id="19" name="Picture 18">
            <a:extLst>
              <a:ext uri="{FF2B5EF4-FFF2-40B4-BE49-F238E27FC236}">
                <a16:creationId xmlns:a16="http://schemas.microsoft.com/office/drawing/2014/main" id="{B098A402-5C13-464F-8C2D-F91D7C5D6A0C}"/>
              </a:ext>
            </a:extLst>
      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53769" y="3622992"/>
            <a:ext cx="5988462" cy="3191122"/>
          </a:xfrm>
          <a:prstGeom prst="rect">
            <a:avLst/>
          </a:prstGeom>
        </p:spPr>
      </p:pic>
      <p:sp>
        <p:nvSpPr>
          <p:cNvPr id="25" name="TextBox 24">
            <a:extLst>
              <a:ext uri="{FF2B5EF4-FFF2-40B4-BE49-F238E27FC236}">
                <a16:creationId xmlns:a16="http://schemas.microsoft.com/office/drawing/2014/main" id="{18DF7441-E28E-4EEE-BDC3-EAE3894DFC5C}"/>
              </a:ext>
            </a:extLst>
          </p:cNvPr>
          <p:cNvSpPr txBox="1"/>
          <p:nvPr/>
        </p:nvSpPr>
        <p:spPr>
          <a:xfrm>
            <a:off x="1925851" y="1241046"/>
            <a:ext cx="852012" cy="24622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000" dirty="0">
                <a:solidFill>
                  <a:schemeClr val="bg1"/>
                </a:solidFill>
              </a:rPr>
              <a:t>3</a:t>
            </a:r>
            <a:endParaRPr lang="en-IN" sz="1100" dirty="0"/>
          </a:p>
        </p:txBody>
      </p:sp>
    </p:spTree>
    <p:extLst>
      <p:ext uri="{BB962C8B-B14F-4D97-AF65-F5344CB8AC3E}">
        <p14:creationId xmlns:p14="http://schemas.microsoft.com/office/powerpoint/2010/main" val="3220235682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79531F6-12CB-4E0D-981D-190C8558488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08401" y="0"/>
            <a:ext cx="10353762" cy="713173"/>
          </a:xfrm>
        </p:spPr>
        <p:txBody>
          <a:bodyPr>
            <a:normAutofit fontScale="90000"/>
          </a:bodyPr>
          <a:lstStyle/>
          <a:p>
            <a:r>
              <a:rPr lang="en-US" dirty="0"/>
              <a:t>Downloaded Report</a:t>
            </a:r>
            <a:endParaRPr lang="en-IN" dirty="0"/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90077DD7-FA82-4A97-8FFC-FEF59A09BCB4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1358283" y="798990"/>
            <a:ext cx="9516863" cy="5912528"/>
          </a:xfrm>
        </p:spPr>
      </p:pic>
    </p:spTree>
    <p:extLst>
      <p:ext uri="{BB962C8B-B14F-4D97-AF65-F5344CB8AC3E}">
        <p14:creationId xmlns:p14="http://schemas.microsoft.com/office/powerpoint/2010/main" val="2801468526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78F19F57-E035-4DAC-8210-3BCE55A258EC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0" y="79899"/>
            <a:ext cx="9303798" cy="3169328"/>
          </a:xfrm>
        </p:spPr>
      </p:pic>
      <p:pic>
        <p:nvPicPr>
          <p:cNvPr id="13" name="Picture 12">
            <a:extLst>
              <a:ext uri="{FF2B5EF4-FFF2-40B4-BE49-F238E27FC236}">
                <a16:creationId xmlns:a16="http://schemas.microsoft.com/office/drawing/2014/main" id="{DE7C74D3-1D55-4688-B7C8-E5FB8A2B04F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3329126"/>
            <a:ext cx="9303798" cy="3528874"/>
          </a:xfrm>
          <a:prstGeom prst="rect">
            <a:avLst/>
          </a:prstGeom>
        </p:spPr>
      </p:pic>
      <p:sp>
        <p:nvSpPr>
          <p:cNvPr id="15" name="TextBox 14">
            <a:extLst>
              <a:ext uri="{FF2B5EF4-FFF2-40B4-BE49-F238E27FC236}">
                <a16:creationId xmlns:a16="http://schemas.microsoft.com/office/drawing/2014/main" id="{7119C845-4F9A-4EA0-A937-254262D8BEF6}"/>
              </a:ext>
            </a:extLst>
          </p:cNvPr>
          <p:cNvSpPr txBox="1"/>
          <p:nvPr/>
        </p:nvSpPr>
        <p:spPr>
          <a:xfrm>
            <a:off x="9401452" y="781679"/>
            <a:ext cx="2790548" cy="550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lang="en-US" sz="3200" dirty="0"/>
              <a:t>The report can be uploaded as well as viewed</a:t>
            </a:r>
          </a:p>
          <a:p>
            <a:pPr algn="l"/>
            <a:endParaRPr lang="en-US" sz="3200" dirty="0"/>
          </a:p>
          <a:p>
            <a:pPr algn="l"/>
            <a:endParaRPr lang="en-US" sz="3200" dirty="0"/>
          </a:p>
          <a:p>
            <a:pPr algn="l"/>
            <a:endParaRPr lang="en-US" sz="3200" dirty="0"/>
          </a:p>
          <a:p>
            <a:pPr algn="l"/>
            <a:endParaRPr lang="en-US" sz="3200" dirty="0"/>
          </a:p>
          <a:p>
            <a:pPr algn="l"/>
            <a:r>
              <a:rPr lang="en-US" sz="3200" dirty="0"/>
              <a:t> The predicted diseases is shown in the medical history</a:t>
            </a:r>
          </a:p>
        </p:txBody>
      </p:sp>
    </p:spTree>
    <p:extLst>
      <p:ext uri="{BB962C8B-B14F-4D97-AF65-F5344CB8AC3E}">
        <p14:creationId xmlns:p14="http://schemas.microsoft.com/office/powerpoint/2010/main" val="2849918371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E1BB8CB-643E-4347-B30D-33EADA8F9D6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720184" y="102093"/>
            <a:ext cx="8222807" cy="798613"/>
          </a:xfrm>
        </p:spPr>
        <p:txBody>
          <a:bodyPr>
            <a:normAutofit/>
          </a:bodyPr>
          <a:lstStyle/>
          <a:p>
            <a:r>
              <a:rPr lang="en-US" dirty="0"/>
              <a:t>Healthcare Provider Dashboard</a:t>
            </a:r>
            <a:endParaRPr lang="en-IN" dirty="0"/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F0C8FA58-B2C1-4516-A6D3-3909DF9E19E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4797" y="900707"/>
            <a:ext cx="6711518" cy="5415252"/>
          </a:xfrm>
          <a:prstGeom prst="rect">
            <a:avLst/>
          </a:prstGeom>
        </p:spPr>
      </p:pic>
      <p:pic>
        <p:nvPicPr>
          <p:cNvPr id="11" name="Picture 10">
            <a:extLst>
              <a:ext uri="{FF2B5EF4-FFF2-40B4-BE49-F238E27FC236}">
                <a16:creationId xmlns:a16="http://schemas.microsoft.com/office/drawing/2014/main" id="{54F3BBE4-B89E-4B59-8BA0-4BAEACCC5E4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772562" y="900706"/>
            <a:ext cx="5404641" cy="1380741"/>
          </a:xfrm>
          <a:prstGeom prst="rect">
            <a:avLst/>
          </a:prstGeom>
        </p:spPr>
      </p:pic>
      <p:pic>
        <p:nvPicPr>
          <p:cNvPr id="13" name="Picture 12">
            <a:extLst>
              <a:ext uri="{FF2B5EF4-FFF2-40B4-BE49-F238E27FC236}">
                <a16:creationId xmlns:a16="http://schemas.microsoft.com/office/drawing/2014/main" id="{29805F45-C133-44EA-882E-F13AC1B95D11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772562" y="2268454"/>
            <a:ext cx="5404641" cy="3959217"/>
          </a:xfrm>
          <a:prstGeom prst="rect">
            <a:avLst/>
          </a:prstGeom>
          <a:solidFill>
            <a:schemeClr val="tx1"/>
          </a:solidFill>
        </p:spPr>
      </p:pic>
      <p:pic>
        <p:nvPicPr>
          <p:cNvPr id="15" name="Picture 14">
            <a:extLst>
              <a:ext uri="{FF2B5EF4-FFF2-40B4-BE49-F238E27FC236}">
                <a16:creationId xmlns:a16="http://schemas.microsoft.com/office/drawing/2014/main" id="{2CF33ABB-6734-4BCF-B602-D79426F26864}"/>
              </a:ext>
            </a:extLst>
          </p:cNvPr>
          <p:cNvPicPr>
            <a:picLocks noChangeAspect="1"/>
          </p:cNvPicPr>
          <p:nvPr/>
        </p:nvPicPr>
        <p:blipFill rotWithShape="1">
          <a:blip r:embed="rId5"/>
          <a:srcRect r="9330" b="16808"/>
          <a:stretch/>
        </p:blipFill>
        <p:spPr>
          <a:xfrm rot="19575048">
            <a:off x="11698530" y="5624145"/>
            <a:ext cx="621899" cy="24829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7093928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E725FBA1-9B25-4C9E-A256-2D557BF0D6B5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65987" y="37465"/>
            <a:ext cx="6517193" cy="4392890"/>
          </a:xfr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58520700-E62F-4584-92FC-1FA18F0223B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614604" y="37465"/>
            <a:ext cx="5511409" cy="4392890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B64D04F5-D0D8-4AC0-AED7-519C6B460884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94465" y="4467819"/>
            <a:ext cx="5801535" cy="2259059"/>
          </a:xfrm>
          <a:prstGeom prst="rect">
            <a:avLst/>
          </a:prstGeom>
        </p:spPr>
      </p:pic>
      <p:pic>
        <p:nvPicPr>
          <p:cNvPr id="11" name="Picture 10">
            <a:extLst>
              <a:ext uri="{FF2B5EF4-FFF2-40B4-BE49-F238E27FC236}">
                <a16:creationId xmlns:a16="http://schemas.microsoft.com/office/drawing/2014/main" id="{79267E53-D125-42EF-AC16-75ACF784CB00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614605" y="4467820"/>
            <a:ext cx="5511408" cy="225905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35832642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DCEF781-5532-4F00-B2CD-167C35F44D5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40418" y="0"/>
            <a:ext cx="10353762" cy="568751"/>
          </a:xfrm>
        </p:spPr>
        <p:txBody>
          <a:bodyPr>
            <a:normAutofit fontScale="90000"/>
          </a:bodyPr>
          <a:lstStyle/>
          <a:p>
            <a:r>
              <a:rPr lang="en-US" dirty="0"/>
              <a:t>Data stored in the database</a:t>
            </a:r>
            <a:endParaRPr lang="en-IN" dirty="0"/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9971A30D-A4E7-43BC-8A68-01C815CCE3A0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1" y="667767"/>
            <a:ext cx="5967164" cy="3117096"/>
          </a:xfr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A4BADA3F-7DA3-401C-80C6-6A6FDB28EF8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" y="3784863"/>
            <a:ext cx="5967162" cy="2883671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64740BD5-95BC-43F7-BBFB-A63CE3CF64D9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967166" y="667767"/>
            <a:ext cx="6169251" cy="2985086"/>
          </a:xfrm>
          <a:prstGeom prst="rect">
            <a:avLst/>
          </a:prstGeom>
        </p:spPr>
      </p:pic>
      <p:pic>
        <p:nvPicPr>
          <p:cNvPr id="11" name="Picture 10">
            <a:extLst>
              <a:ext uri="{FF2B5EF4-FFF2-40B4-BE49-F238E27FC236}">
                <a16:creationId xmlns:a16="http://schemas.microsoft.com/office/drawing/2014/main" id="{8C76BD22-46D2-482A-840F-EE9A4963BAD1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967164" y="3683448"/>
            <a:ext cx="6180985" cy="298508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35664498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C7FE991-7BEF-4E9E-9BB5-49A7C2E09A8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13795" y="609600"/>
            <a:ext cx="10353762" cy="5744066"/>
          </a:xfrm>
        </p:spPr>
        <p:txBody>
          <a:bodyPr>
            <a:normAutofit/>
          </a:bodyPr>
          <a:lstStyle/>
          <a:p>
            <a:r>
              <a:rPr lang="en-US" sz="11500" dirty="0"/>
              <a:t>THANK YOU</a:t>
            </a:r>
            <a:endParaRPr lang="en-IN" sz="11500" dirty="0"/>
          </a:p>
        </p:txBody>
      </p:sp>
    </p:spTree>
    <p:extLst>
      <p:ext uri="{BB962C8B-B14F-4D97-AF65-F5344CB8AC3E}">
        <p14:creationId xmlns:p14="http://schemas.microsoft.com/office/powerpoint/2010/main" val="651869687"/>
      </p:ext>
    </p:extLst>
  </p:cSld>
  <p:clrMapOvr>
    <a:masterClrMapping/>
  </p:clrMapOvr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SlateVTI">
  <a:themeElements>
    <a:clrScheme name="Custom 35">
      <a:dk1>
        <a:sysClr val="windowText" lastClr="000000"/>
      </a:dk1>
      <a:lt1>
        <a:sysClr val="window" lastClr="FFFFFF"/>
      </a:lt1>
      <a:dk2>
        <a:srgbClr val="4E3B30"/>
      </a:dk2>
      <a:lt2>
        <a:srgbClr val="F4EDD8"/>
      </a:lt2>
      <a:accent1>
        <a:srgbClr val="F0A22E"/>
      </a:accent1>
      <a:accent2>
        <a:srgbClr val="A5644E"/>
      </a:accent2>
      <a:accent3>
        <a:srgbClr val="B58B80"/>
      </a:accent3>
      <a:accent4>
        <a:srgbClr val="C3986D"/>
      </a:accent4>
      <a:accent5>
        <a:srgbClr val="A19574"/>
      </a:accent5>
      <a:accent6>
        <a:srgbClr val="C17529"/>
      </a:accent6>
      <a:hlink>
        <a:srgbClr val="AD1F1F"/>
      </a:hlink>
      <a:folHlink>
        <a:srgbClr val="FFC42F"/>
      </a:folHlink>
    </a:clrScheme>
    <a:fontScheme name="Custom 4">
      <a:majorFont>
        <a:latin typeface="Goudy Old Style"/>
        <a:ea typeface=""/>
        <a:cs typeface=""/>
      </a:majorFont>
      <a:minorFont>
        <a:latin typeface="Goudy Old Style"/>
        <a:ea typeface=""/>
        <a:cs typeface=""/>
      </a:minorFont>
    </a:fontScheme>
    <a:fmtScheme name="Slate">
      <a:fillStyleLst>
        <a:solidFill>
          <a:schemeClr val="phClr"/>
        </a:solidFill>
        <a:gradFill rotWithShape="1">
          <a:gsLst>
            <a:gs pos="0">
              <a:schemeClr val="phClr">
                <a:tint val="60000"/>
                <a:lumMod val="110000"/>
              </a:schemeClr>
            </a:gs>
            <a:gs pos="100000">
              <a:schemeClr val="phClr">
                <a:tint val="88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6000"/>
                <a:lumMod val="104000"/>
              </a:schemeClr>
            </a:gs>
            <a:gs pos="100000">
              <a:schemeClr val="phClr">
                <a:shade val="90000"/>
                <a:lumMod val="90000"/>
              </a:schemeClr>
            </a:gs>
          </a:gsLst>
          <a:lin ang="5400000" scaled="0"/>
        </a:gradFill>
      </a:fillStyleLst>
      <a:lnStyleLst>
        <a:ln w="9525" cap="rnd" cmpd="sng" algn="ctr">
          <a:solidFill>
            <a:schemeClr val="phClr">
              <a:shade val="90000"/>
            </a:schemeClr>
          </a:solidFill>
          <a:prstDash val="solid"/>
        </a:ln>
        <a:ln w="15875" cap="rnd" cmpd="sng" algn="ctr">
          <a:solidFill>
            <a:schemeClr val="phClr"/>
          </a:solidFill>
          <a:prstDash val="solid"/>
        </a:ln>
        <a:ln w="25400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63500" dist="25400" dir="5400000" rotWithShape="0">
              <a:srgbClr val="000000">
                <a:alpha val="60000"/>
              </a:srgbClr>
            </a:outerShdw>
          </a:effectLst>
        </a:effectStyle>
        <a:effectStyle>
          <a:effectLst>
            <a:outerShdw blurRad="76200" dist="38100" dir="5400000" rotWithShape="0">
              <a:srgbClr val="000000">
                <a:alpha val="7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 prst="hardEdge"/>
          </a:sp3d>
        </a:effectStyle>
      </a:effectStyleLst>
      <a:bgFillStyleLst>
        <a:solidFill>
          <a:schemeClr val="phClr"/>
        </a:solidFill>
        <a:solidFill>
          <a:schemeClr val="phClr"/>
        </a:solidFill>
        <a:blipFill rotWithShape="1">
          <a:blip xmlns:r="http://schemas.openxmlformats.org/officeDocument/2006/relationships" r:embed="rId1">
            <a:duotone>
              <a:schemeClr val="phClr">
                <a:shade val="80000"/>
                <a:lumMod val="80000"/>
              </a:schemeClr>
              <a:schemeClr val="phClr">
                <a:tint val="98000"/>
              </a:schemeClr>
            </a:duotone>
          </a:blip>
          <a:stretch/>
        </a:blip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SlateVTI" id="{35C4A07C-0176-4A32-9BCB-B016516853F0}" vid="{9B70D35C-BCA8-4715-BB49-8BE54A7FC07C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Override1.xml><?xml version="1.0" encoding="utf-8"?>
<a:themeOverride xmlns:a="http://schemas.openxmlformats.org/drawingml/2006/main">
  <a:clrScheme name="Green">
    <a:dk1>
      <a:sysClr val="windowText" lastClr="000000"/>
    </a:dk1>
    <a:lt1>
      <a:sysClr val="window" lastClr="FFFFFF"/>
    </a:lt1>
    <a:dk2>
      <a:srgbClr val="455F51"/>
    </a:dk2>
    <a:lt2>
      <a:srgbClr val="E3DED1"/>
    </a:lt2>
    <a:accent1>
      <a:srgbClr val="549E39"/>
    </a:accent1>
    <a:accent2>
      <a:srgbClr val="8AB833"/>
    </a:accent2>
    <a:accent3>
      <a:srgbClr val="C0CF3A"/>
    </a:accent3>
    <a:accent4>
      <a:srgbClr val="029676"/>
    </a:accent4>
    <a:accent5>
      <a:srgbClr val="4AB5C4"/>
    </a:accent5>
    <a:accent6>
      <a:srgbClr val="0989B1"/>
    </a:accent6>
    <a:hlink>
      <a:srgbClr val="6B9F25"/>
    </a:hlink>
    <a:folHlink>
      <a:srgbClr val="BA6906"/>
    </a:folHlink>
  </a:clrScheme>
</a:themeOverride>
</file>

<file path=ppt/theme/themeOverride2.xml><?xml version="1.0" encoding="utf-8"?>
<a:themeOverride xmlns:a="http://schemas.openxmlformats.org/drawingml/2006/main">
  <a:clrScheme name="Green">
    <a:dk1>
      <a:sysClr val="windowText" lastClr="000000"/>
    </a:dk1>
    <a:lt1>
      <a:sysClr val="window" lastClr="FFFFFF"/>
    </a:lt1>
    <a:dk2>
      <a:srgbClr val="455F51"/>
    </a:dk2>
    <a:lt2>
      <a:srgbClr val="E3DED1"/>
    </a:lt2>
    <a:accent1>
      <a:srgbClr val="549E39"/>
    </a:accent1>
    <a:accent2>
      <a:srgbClr val="8AB833"/>
    </a:accent2>
    <a:accent3>
      <a:srgbClr val="C0CF3A"/>
    </a:accent3>
    <a:accent4>
      <a:srgbClr val="029676"/>
    </a:accent4>
    <a:accent5>
      <a:srgbClr val="4AB5C4"/>
    </a:accent5>
    <a:accent6>
      <a:srgbClr val="0989B1"/>
    </a:accent6>
    <a:hlink>
      <a:srgbClr val="6B9F25"/>
    </a:hlink>
    <a:folHlink>
      <a:srgbClr val="BA6906"/>
    </a:folHlink>
  </a:clrScheme>
</a:themeOverrid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Status xmlns="71af3243-3dd4-4a8d-8c0d-dd76da1f02a5">Not started</Status>
    <MediaServiceKeyPoints xmlns="71af3243-3dd4-4a8d-8c0d-dd76da1f02a5" xsi:nil="true"/>
  </documentManagement>
</p:properties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79F111ED35F8CC479449609E8A0923A6" ma:contentTypeVersion="12" ma:contentTypeDescription="Create a new document." ma:contentTypeScope="" ma:versionID="a410dd7f93c95333ffa1b60ed6adedd1">
  <xsd:schema xmlns:xsd="http://www.w3.org/2001/XMLSchema" xmlns:xs="http://www.w3.org/2001/XMLSchema" xmlns:p="http://schemas.microsoft.com/office/2006/metadata/properties" xmlns:ns2="71af3243-3dd4-4a8d-8c0d-dd76da1f02a5" xmlns:ns3="16c05727-aa75-4e4a-9b5f-8a80a1165891" targetNamespace="http://schemas.microsoft.com/office/2006/metadata/properties" ma:root="true" ma:fieldsID="a936d9baba76aa3866493feff160faab" ns2:_="" ns3:_="">
    <xsd:import namespace="71af3243-3dd4-4a8d-8c0d-dd76da1f02a5"/>
    <xsd:import namespace="16c05727-aa75-4e4a-9b5f-8a80a1165891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OCR" minOccurs="0"/>
                <xsd:element ref="ns2:MediaServiceAutoTags" minOccurs="0"/>
                <xsd:element ref="ns2:MediaServiceEventHashCode" minOccurs="0"/>
                <xsd:element ref="ns2:MediaServiceGenerationTime" minOccurs="0"/>
                <xsd:element ref="ns3:SharedWithUsers" minOccurs="0"/>
                <xsd:element ref="ns3:SharedWithDetails" minOccurs="0"/>
                <xsd:element ref="ns2:MediaServiceAutoKeyPoints" minOccurs="0"/>
                <xsd:element ref="ns2:MediaServiceKeyPoints" minOccurs="0"/>
                <xsd:element ref="ns2:MediaServiceDateTaken" minOccurs="0"/>
                <xsd:element ref="ns2:Statu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71af3243-3dd4-4a8d-8c0d-dd76da1f02a5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OCR" ma:index="10" nillable="true" ma:displayName="MediaServiceOCR" ma:internalName="MediaServiceOCR" ma:readOnly="true">
      <xsd:simpleType>
        <xsd:restriction base="dms:Note">
          <xsd:maxLength value="255"/>
        </xsd:restriction>
      </xsd:simpleType>
    </xsd:element>
    <xsd:element name="MediaServiceAutoTags" ma:index="11" nillable="true" ma:displayName="MediaServiceAutoTags" ma:internalName="MediaServiceAutoTags" ma:readOnly="true">
      <xsd:simpleType>
        <xsd:restriction base="dms:Text"/>
      </xsd:simpleType>
    </xsd:element>
    <xsd:element name="MediaServiceEventHashCode" ma:index="12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GenerationTime" ma:index="13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AutoKeyPoints" ma:index="16" nillable="true" ma:displayName="MediaServiceAutoKeyPoints" ma:hidden="true" ma:internalName="MediaServiceAutoKeyPoints" ma:readOnly="true">
      <xsd:simpleType>
        <xsd:restriction base="dms:Note"/>
      </xsd:simpleType>
    </xsd:element>
    <xsd:element name="MediaServiceKeyPoints" ma:index="17" nillable="true" ma:displayName="KeyPoints" ma:internalName="MediaServiceKeyPoints" ma:readOnly="false">
      <xsd:simpleType>
        <xsd:restriction base="dms:Note">
          <xsd:maxLength value="255"/>
        </xsd:restriction>
      </xsd:simpleType>
    </xsd:element>
    <xsd:element name="MediaServiceDateTaken" ma:index="18" nillable="true" ma:displayName="MediaServiceDateTaken" ma:hidden="true" ma:internalName="MediaServiceDateTaken" ma:readOnly="true">
      <xsd:simpleType>
        <xsd:restriction base="dms:Text"/>
      </xsd:simpleType>
    </xsd:element>
    <xsd:element name="Status" ma:index="19" nillable="true" ma:displayName="Status" ma:default="Not started" ma:format="Dropdown" ma:internalName="Status">
      <xsd:simpleType>
        <xsd:restriction base="dms:Choice">
          <xsd:enumeration value="Not started"/>
          <xsd:enumeration value="In Progress"/>
          <xsd:enumeration value="Completed"/>
        </xsd:restriction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16c05727-aa75-4e4a-9b5f-8a80a1165891" elementFormDefault="qualified">
    <xsd:import namespace="http://schemas.microsoft.com/office/2006/documentManagement/types"/>
    <xsd:import namespace="http://schemas.microsoft.com/office/infopath/2007/PartnerControls"/>
    <xsd:element name="SharedWithUsers" ma:index="14" nillable="true" ma:displayName="Shared With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5" nillable="true" ma:displayName="Shared With Details" ma:internalName="SharedWithDetails" ma:readOnly="true">
      <xsd:simpleType>
        <xsd:restriction base="dms:Note">
          <xsd:maxLength value="255"/>
        </xsd:restriction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Props1.xml><?xml version="1.0" encoding="utf-8"?>
<ds:datastoreItem xmlns:ds="http://schemas.openxmlformats.org/officeDocument/2006/customXml" ds:itemID="{2C4C00F4-06E9-43E3-AD97-88A857CEFA82}">
  <ds:schemaRefs>
    <ds:schemaRef ds:uri="http://schemas.microsoft.com/office/2006/metadata/properties"/>
    <ds:schemaRef ds:uri="http://schemas.microsoft.com/office/infopath/2007/PartnerControls"/>
    <ds:schemaRef ds:uri="71af3243-3dd4-4a8d-8c0d-dd76da1f02a5"/>
  </ds:schemaRefs>
</ds:datastoreItem>
</file>

<file path=customXml/itemProps2.xml><?xml version="1.0" encoding="utf-8"?>
<ds:datastoreItem xmlns:ds="http://schemas.openxmlformats.org/officeDocument/2006/customXml" ds:itemID="{64B270AB-C138-415C-897E-3C24487DECF1}">
  <ds:schemaRefs>
    <ds:schemaRef ds:uri="http://schemas.microsoft.com/sharepoint/v3/contenttype/forms"/>
  </ds:schemaRefs>
</ds:datastoreItem>
</file>

<file path=customXml/itemProps3.xml><?xml version="1.0" encoding="utf-8"?>
<ds:datastoreItem xmlns:ds="http://schemas.openxmlformats.org/officeDocument/2006/customXml" ds:itemID="{0585E981-8C91-4205-A0C3-C991F42B4C9E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71af3243-3dd4-4a8d-8c0d-dd76da1f02a5"/>
    <ds:schemaRef ds:uri="16c05727-aa75-4e4a-9b5f-8a80a1165891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emplate>{CE8B18FC-42EA-44E7-9F93-DDB72EC47CE3}TFe742eee6-54b3-45e8-a03d-f3d997f9b6caf6c338c2_win32-3734725ae7e2</Template>
  <TotalTime>55</TotalTime>
  <Words>41</Words>
  <Application>Microsoft Office PowerPoint</Application>
  <PresentationFormat>Widescreen</PresentationFormat>
  <Paragraphs>15</Paragraphs>
  <Slides>8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2" baseType="lpstr">
      <vt:lpstr>Calibri</vt:lpstr>
      <vt:lpstr>Goudy Old Style</vt:lpstr>
      <vt:lpstr>Wingdings 2</vt:lpstr>
      <vt:lpstr>SlateVTI</vt:lpstr>
      <vt:lpstr>Milestone 3</vt:lpstr>
      <vt:lpstr>Patient Dashboard </vt:lpstr>
      <vt:lpstr>Downloaded Report</vt:lpstr>
      <vt:lpstr>PowerPoint Presentation</vt:lpstr>
      <vt:lpstr>Healthcare Provider Dashboard</vt:lpstr>
      <vt:lpstr>PowerPoint Presentation</vt:lpstr>
      <vt:lpstr>Data stored in the database</vt:lpstr>
      <vt:lpstr>THANK YOU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Title Lorem Ipsum</dc:title>
  <dc:creator>Amrutha M</dc:creator>
  <cp:lastModifiedBy>Amrutha M</cp:lastModifiedBy>
  <cp:revision>7</cp:revision>
  <dcterms:created xsi:type="dcterms:W3CDTF">2026-08-28T13:52:52Z</dcterms:created>
  <dcterms:modified xsi:type="dcterms:W3CDTF">2026-09-11T14:46:10Z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0x01010079F111ED35F8CC479449609E8A0923A6</vt:lpwstr>
  </property>
</Properties>
</file>