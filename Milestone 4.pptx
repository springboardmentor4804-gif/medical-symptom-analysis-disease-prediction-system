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4"/>
  </p:sldMasterIdLst>
  <p:notesMasterIdLst>
    <p:notesMasterId r:id="rId16"/>
  </p:notesMasterIdLst>
  <p:sldIdLst>
    <p:sldId id="278" r:id="rId5"/>
    <p:sldId id="286" r:id="rId6"/>
    <p:sldId id="287" r:id="rId7"/>
    <p:sldId id="289" r:id="rId8"/>
    <p:sldId id="288" r:id="rId9"/>
    <p:sldId id="279" r:id="rId10"/>
    <p:sldId id="280" r:id="rId11"/>
    <p:sldId id="281" r:id="rId12"/>
    <p:sldId id="282" r:id="rId13"/>
    <p:sldId id="283" r:id="rId14"/>
    <p:sldId id="28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0B02B-911E-4FF8-8CC5-EB1C81D0CE18}">
          <p14:sldIdLst>
            <p14:sldId id="278"/>
            <p14:sldId id="286"/>
            <p14:sldId id="287"/>
            <p14:sldId id="289"/>
            <p14:sldId id="288"/>
            <p14:sldId id="279"/>
            <p14:sldId id="280"/>
            <p14:sldId id="281"/>
            <p14:sldId id="282"/>
            <p14:sldId id="283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33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73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2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02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26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64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26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2700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287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781311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6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0964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000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1999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21528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076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6954" y="3338862"/>
            <a:ext cx="5855520" cy="102654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effectLst/>
              </a:rPr>
              <a:t>Milestone 4 Progress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80FC7-60AB-4237-BFAB-16490887B974}"/>
              </a:ext>
            </a:extLst>
          </p:cNvPr>
          <p:cNvSpPr txBox="1"/>
          <p:nvPr/>
        </p:nvSpPr>
        <p:spPr>
          <a:xfrm>
            <a:off x="224530" y="846278"/>
            <a:ext cx="1174293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cap="none" dirty="0">
                <a:solidFill>
                  <a:schemeClr val="bg1"/>
                </a:solidFill>
                <a:latin typeface="Arial Black" panose="020B0A04020102020204" pitchFamily="34" charset="0"/>
              </a:rPr>
              <a:t>MEDASSIST </a:t>
            </a:r>
            <a:r>
              <a:rPr lang="en-IN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AI:</a:t>
            </a:r>
            <a:br>
              <a:rPr lang="en-IN" sz="4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IN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Medical Symptom Analysis &amp; Disease Prediction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E2196-C0BC-43B7-B842-59312F964EB5}"/>
              </a:ext>
            </a:extLst>
          </p:cNvPr>
          <p:cNvSpPr txBox="1"/>
          <p:nvPr/>
        </p:nvSpPr>
        <p:spPr>
          <a:xfrm>
            <a:off x="402824" y="4695888"/>
            <a:ext cx="56931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Amrutha 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Branch: CSE </a:t>
            </a: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Internship: Infosys Virtual Internship 7.0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60CC-7CD0-495E-8434-9EA223CB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455" y="723200"/>
            <a:ext cx="8534400" cy="1507067"/>
          </a:xfrm>
        </p:spPr>
        <p:txBody>
          <a:bodyPr>
            <a:normAutofit fontScale="90000"/>
          </a:bodyPr>
          <a:lstStyle/>
          <a:p>
            <a:r>
              <a:rPr kumimoji="0" lang="en-US" altLang="en-US" sz="8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Times New Roman" panose="02020603050405020304" pitchFamily="18" charset="0"/>
              </a:rPr>
              <a:t>Objective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</a:b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D3BC0B-266F-4467-88FE-54E0B25376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462" y="2189909"/>
            <a:ext cx="1022707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The main objective was to: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validate the AI performance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optimize responsiveness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Deploy to the cloud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End-to-end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1687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0A9BFCD-B424-43C8-A52B-A74B49CC1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880" y="813941"/>
            <a:ext cx="1182624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Arial" panose="020B0604020202020204" pitchFamily="34" charset="0"/>
              </a:rPr>
              <a:t>The overall workflow: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Arial" panose="020B0604020202020204" pitchFamily="34" charset="0"/>
              </a:rPr>
              <a:t>Patient → Symptoms → ML Prediction → Risk Assessment → Recommendations → Report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  <a:cs typeface="Arial" panose="020B0604020202020204" pitchFamily="34" charset="0"/>
              </a:rPr>
              <a:t>Healthcare Provider → Patients → Predictions → Reports → Analytics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04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4E788-8556-4AFB-97C7-3B4551D86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11238499" cy="58037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Cloud Deployment</a:t>
            </a:r>
          </a:p>
          <a:p>
            <a:pPr marL="0" indent="0" algn="ctr">
              <a:buNone/>
            </a:pPr>
            <a:endParaRPr lang="en-US" sz="4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Deployed the </a:t>
            </a:r>
            <a:r>
              <a:rPr lang="en-US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Dockerized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FastAPI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backend on Railway.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Deployed the React frontend on </a:t>
            </a:r>
            <a:r>
              <a:rPr lang="en-US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Vercel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Connected the </a:t>
            </a:r>
            <a:r>
              <a:rPr lang="en-US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Vercel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frontend to the Railway backend using the deployed API URL.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Updated frontend API requests from the local server to the cloud backend.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Configured CORS to allow communication between the frontend and backend.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Tested registration and login on the deployed application successfully.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91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6D87-F431-4E75-8E1F-2CA65F657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16" y="1034817"/>
            <a:ext cx="9942247" cy="150706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Link to access the project online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6785-C206-453D-A6BE-31F825B49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746" y="1691737"/>
            <a:ext cx="118409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https://frontend-beta-nine-38.vercel.app/?utm_source=chatgpt.com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348455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0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769" y="179174"/>
            <a:ext cx="6381453" cy="644709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400" dirty="0"/>
              <a:t>Patient Dashboard</a:t>
            </a:r>
            <a:r>
              <a:rPr lang="en-US" sz="4000" dirty="0"/>
              <a:t>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3D0169-4ADA-4E85-96FF-C8DA63F1F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9" y="43876"/>
            <a:ext cx="6042231" cy="35352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E55CF2-3D5F-4340-8EAE-F84F3DB72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2511" y="959181"/>
            <a:ext cx="6149629" cy="53972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707BA5-62E8-4BC3-8E51-BF0AB78257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2371" y="6356413"/>
            <a:ext cx="6149629" cy="5454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98A402-5C13-464F-8C2D-F91D7C5D6A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9" y="3622992"/>
            <a:ext cx="5988462" cy="31911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8DF7441-E28E-4EEE-BDC3-EAE3894DFC5C}"/>
              </a:ext>
            </a:extLst>
          </p:cNvPr>
          <p:cNvSpPr txBox="1"/>
          <p:nvPr/>
        </p:nvSpPr>
        <p:spPr>
          <a:xfrm>
            <a:off x="1925851" y="1241046"/>
            <a:ext cx="8520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31F6-12CB-4E0D-981D-190C8558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1" y="0"/>
            <a:ext cx="10353762" cy="71317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Downloaded Report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077DD7-FA82-4A97-8FFC-FEF59A09B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283" y="798990"/>
            <a:ext cx="9516863" cy="5912528"/>
          </a:xfrm>
        </p:spPr>
      </p:pic>
    </p:spTree>
    <p:extLst>
      <p:ext uri="{BB962C8B-B14F-4D97-AF65-F5344CB8AC3E}">
        <p14:creationId xmlns:p14="http://schemas.microsoft.com/office/powerpoint/2010/main" val="280146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F19F57-E035-4DAC-8210-3BCE55A25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899"/>
            <a:ext cx="9303798" cy="316932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7C74D3-1D55-4688-B7C8-E5FB8A2B0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9126"/>
            <a:ext cx="9303798" cy="35288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19C845-4F9A-4EA0-A937-254262D8BEF6}"/>
              </a:ext>
            </a:extLst>
          </p:cNvPr>
          <p:cNvSpPr txBox="1"/>
          <p:nvPr/>
        </p:nvSpPr>
        <p:spPr>
          <a:xfrm>
            <a:off x="9401452" y="613008"/>
            <a:ext cx="279054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The report can be uploaded as well as viewed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 The predicted diseases is shown in the medical</a:t>
            </a:r>
            <a:r>
              <a:rPr lang="en-US" sz="3200" dirty="0">
                <a:solidFill>
                  <a:schemeClr val="bg1"/>
                </a:solidFill>
              </a:rPr>
              <a:t> history</a:t>
            </a:r>
          </a:p>
        </p:txBody>
      </p:sp>
    </p:spTree>
    <p:extLst>
      <p:ext uri="{BB962C8B-B14F-4D97-AF65-F5344CB8AC3E}">
        <p14:creationId xmlns:p14="http://schemas.microsoft.com/office/powerpoint/2010/main" val="284991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B8CB-643E-4347-B30D-33EADA8F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184" y="102093"/>
            <a:ext cx="8222807" cy="798613"/>
          </a:xfrm>
        </p:spPr>
        <p:txBody>
          <a:bodyPr>
            <a:normAutofit fontScale="90000"/>
          </a:bodyPr>
          <a:lstStyle/>
          <a:p>
            <a:r>
              <a:rPr lang="en-US" dirty="0"/>
              <a:t>Healthcare Provider Dashboard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C8FA58-B2C1-4516-A6D3-3909DF9E1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" y="900707"/>
            <a:ext cx="6711518" cy="54152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F3BBE4-B89E-4B59-8BA0-4BAEACCC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562" y="900706"/>
            <a:ext cx="5404641" cy="1380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805F45-C133-44EA-882E-F13AC1B95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562" y="2268454"/>
            <a:ext cx="5404641" cy="395921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F33ABB-6734-4BCF-B602-D79426F268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330" b="16808"/>
          <a:stretch/>
        </p:blipFill>
        <p:spPr>
          <a:xfrm rot="19575048">
            <a:off x="11698530" y="5624145"/>
            <a:ext cx="621899" cy="2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5FBA1-9B25-4C9E-A256-2D557BF0D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87" y="37465"/>
            <a:ext cx="6517193" cy="43928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520700-E62F-4584-92FC-1FA18F02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04" y="37465"/>
            <a:ext cx="5511409" cy="439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4D04F5-D0D8-4AC0-AED7-519C6B46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65" y="4467819"/>
            <a:ext cx="5801535" cy="2259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267E53-D125-42EF-AC16-75ACF784C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605" y="4467820"/>
            <a:ext cx="5511408" cy="225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3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E991-7BEF-4E9E-9BB5-49A7C2E0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744066"/>
          </a:xfrm>
        </p:spPr>
        <p:txBody>
          <a:bodyPr>
            <a:normAutofit/>
          </a:bodyPr>
          <a:lstStyle/>
          <a:p>
            <a:r>
              <a:rPr lang="en-US" sz="11500" dirty="0"/>
              <a:t>THANK YOU</a:t>
            </a:r>
            <a:endParaRPr lang="en-IN" sz="11500" dirty="0"/>
          </a:p>
        </p:txBody>
      </p:sp>
    </p:spTree>
    <p:extLst>
      <p:ext uri="{BB962C8B-B14F-4D97-AF65-F5344CB8AC3E}">
        <p14:creationId xmlns:p14="http://schemas.microsoft.com/office/powerpoint/2010/main" val="65186968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699</TotalTime>
  <Words>196</Words>
  <Application>Microsoft Office PowerPoint</Application>
  <PresentationFormat>Widescreen</PresentationFormat>
  <Paragraphs>40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Arial Rounded MT Bold</vt:lpstr>
      <vt:lpstr>Calibri</vt:lpstr>
      <vt:lpstr>Century Gothic</vt:lpstr>
      <vt:lpstr>Times New Roman</vt:lpstr>
      <vt:lpstr>Wingdings 3</vt:lpstr>
      <vt:lpstr>Slice</vt:lpstr>
      <vt:lpstr>PowerPoint Presentation</vt:lpstr>
      <vt:lpstr>Objective </vt:lpstr>
      <vt:lpstr>PowerPoint Presentation</vt:lpstr>
      <vt:lpstr>PowerPoint Presentation</vt:lpstr>
      <vt:lpstr>Link to access the project online</vt:lpstr>
      <vt:lpstr>Patient Dashboard </vt:lpstr>
      <vt:lpstr>Downloaded Report</vt:lpstr>
      <vt:lpstr>PowerPoint Presentation</vt:lpstr>
      <vt:lpstr>Healthcare Provider Dashboard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Amrutha M</dc:creator>
  <cp:lastModifiedBy>Amrutha M</cp:lastModifiedBy>
  <cp:revision>15</cp:revision>
  <dcterms:created xsi:type="dcterms:W3CDTF">2026-08-28T13:52:52Z</dcterms:created>
  <dcterms:modified xsi:type="dcterms:W3CDTF">2026-09-11T14:54:28Z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