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7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image" Target="../media/image30.png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17" Type="http://schemas.openxmlformats.org/officeDocument/2006/relationships/image" Target="../media/image36.png"/><Relationship Id="rId2" Type="http://schemas.openxmlformats.org/officeDocument/2006/relationships/image" Target="../media/image16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33.png"/><Relationship Id="rId5" Type="http://schemas.openxmlformats.org/officeDocument/2006/relationships/image" Target="../media/image4.png"/><Relationship Id="rId15" Type="http://schemas.openxmlformats.org/officeDocument/2006/relationships/image" Target="../media/image34.png"/><Relationship Id="rId10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7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0.png"/><Relationship Id="rId3" Type="http://schemas.openxmlformats.org/officeDocument/2006/relationships/image" Target="../media/image37.png"/><Relationship Id="rId7" Type="http://schemas.openxmlformats.org/officeDocument/2006/relationships/image" Target="../media/image20.png"/><Relationship Id="rId12" Type="http://schemas.openxmlformats.org/officeDocument/2006/relationships/image" Target="../media/image11.png"/><Relationship Id="rId17" Type="http://schemas.openxmlformats.org/officeDocument/2006/relationships/image" Target="../media/image44.png"/><Relationship Id="rId2" Type="http://schemas.openxmlformats.org/officeDocument/2006/relationships/image" Target="../media/image16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40.png"/><Relationship Id="rId5" Type="http://schemas.openxmlformats.org/officeDocument/2006/relationships/image" Target="../media/image4.png"/><Relationship Id="rId15" Type="http://schemas.openxmlformats.org/officeDocument/2006/relationships/image" Target="../media/image42.png"/><Relationship Id="rId10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7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image" Target="../media/image45.png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17" Type="http://schemas.openxmlformats.org/officeDocument/2006/relationships/image" Target="../media/image51.png"/><Relationship Id="rId2" Type="http://schemas.openxmlformats.org/officeDocument/2006/relationships/image" Target="../media/image1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48.png"/><Relationship Id="rId5" Type="http://schemas.openxmlformats.org/officeDocument/2006/relationships/image" Target="../media/image4.png"/><Relationship Id="rId15" Type="http://schemas.openxmlformats.org/officeDocument/2006/relationships/image" Target="../media/image49.png"/><Relationship Id="rId10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7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0.png"/><Relationship Id="rId3" Type="http://schemas.openxmlformats.org/officeDocument/2006/relationships/image" Target="../media/image52.png"/><Relationship Id="rId7" Type="http://schemas.openxmlformats.org/officeDocument/2006/relationships/image" Target="../media/image20.png"/><Relationship Id="rId12" Type="http://schemas.openxmlformats.org/officeDocument/2006/relationships/image" Target="../media/image11.png"/><Relationship Id="rId17" Type="http://schemas.openxmlformats.org/officeDocument/2006/relationships/image" Target="../media/image58.png"/><Relationship Id="rId2" Type="http://schemas.openxmlformats.org/officeDocument/2006/relationships/image" Target="../media/image16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55.png"/><Relationship Id="rId5" Type="http://schemas.openxmlformats.org/officeDocument/2006/relationships/image" Target="../media/image4.png"/><Relationship Id="rId15" Type="http://schemas.openxmlformats.org/officeDocument/2006/relationships/image" Target="../media/image56.png"/><Relationship Id="rId10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7.png"/><Relationship Id="rId1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662"/>
            <a:ext cx="1414462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850" y="342900"/>
            <a:ext cx="30289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670" y="1328737"/>
            <a:ext cx="6035129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10941"/>
            <a:ext cx="4937670" cy="8923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36665"/>
            <a:ext cx="4937670" cy="8923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6381750"/>
            <a:ext cx="112776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24625"/>
            <a:ext cx="2486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Confidential • Investor &amp; Academic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3300" y="6524625"/>
            <a:ext cx="571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Slide 1 of 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" y="428625"/>
            <a:ext cx="128587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462236"/>
            <a:ext cx="5184554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Next-Gen AI </a:t>
            </a:r>
            <a:r>
              <a:t>
</a:t>
            </a:r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Healthcare Companion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20366"/>
            <a:ext cx="493767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 Medium"/>
              </a:rPr>
              <a:t>An intelligent multi-tier platform built to synthesize patient biometrics, symptom reports, and clinical history for early triage and diagnostic support.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9195" y="1338262"/>
            <a:ext cx="6016079" cy="45529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" y="3172866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4198590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3268116"/>
            <a:ext cx="1714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525" y="3172866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Real-Time Vitals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525" y="3382416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Continuous monitoring of cardiovascular metrics, oxygen levels, and biometric trend analysis.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" y="4293840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52525" y="4198590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Enterprise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4408140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FastAPI microservices, Next.js 14 frontend, JWT RBAC security, and dual database architecture.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075" y="5376713"/>
            <a:ext cx="15240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7725" y="5281463"/>
            <a:ext cx="134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PostgreSQL + Mongo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Plus Jakarta Sans Medium"/>
              </a:rPr>
              <a:t>Dual Persistence Layer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25985" y="5376713"/>
            <a:ext cx="15240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373635" y="5281463"/>
            <a:ext cx="1085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JWT Auth &amp; RBAC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Plus Jakarta Sans Medium"/>
              </a:rPr>
              <a:t>Role Access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662"/>
            <a:ext cx="18383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450" y="342900"/>
            <a:ext cx="20383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670" y="1328737"/>
            <a:ext cx="6035129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50492"/>
            <a:ext cx="4937670" cy="8923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76216"/>
            <a:ext cx="4937670" cy="8923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801939"/>
            <a:ext cx="4937670" cy="8923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381750"/>
            <a:ext cx="1127760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524625"/>
            <a:ext cx="1381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MedAssist AI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524625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Slide 2 of 6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428625"/>
            <a:ext cx="128587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401812"/>
            <a:ext cx="5184554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Role-Based Auth &amp; Secure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9942"/>
            <a:ext cx="493767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 Medium"/>
              </a:rPr>
              <a:t>Strict compliance-ready authentication isolating Patient and Doctor permissions via encrypted JWT tokens.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" y="2912417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3938141"/>
            <a:ext cx="36195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4963864"/>
            <a:ext cx="36195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8662" y="3007667"/>
            <a:ext cx="219075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525" y="2912417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Dual-Role Access Control (RBAC)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121967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Distinct authentication workflows and portal views designed specifically for Patients and Healthcare Providers.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4033391"/>
            <a:ext cx="15240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52525" y="3938141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Bcrypt Hashing &amp; JWT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4147691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Industry-standard password encryption with stateless JSON Web Tokens powering fast API authorization.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5059114"/>
            <a:ext cx="1333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2525" y="4963864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Structured Patient Intake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5173414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Collects essential demographical data (Age, Gender, Contact) needed for precision AI medical risk profiling.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566AE06-99BA-1503-50DE-AF4A99672B8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75104" y="1213325"/>
            <a:ext cx="6122442" cy="46874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662"/>
            <a:ext cx="16573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050" y="342900"/>
            <a:ext cx="18097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670" y="1328737"/>
            <a:ext cx="6035129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50492"/>
            <a:ext cx="4937670" cy="8923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76216"/>
            <a:ext cx="4937670" cy="8923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801939"/>
            <a:ext cx="4937670" cy="8923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381750"/>
            <a:ext cx="1127760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524625"/>
            <a:ext cx="1447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MedAssist AI Clinical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524625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Slide 3 of 6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428625"/>
            <a:ext cx="147637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401812"/>
            <a:ext cx="5184554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Symptom Analysis &amp; AI 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9942"/>
            <a:ext cx="493767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 Medium"/>
              </a:rPr>
              <a:t>Interactive diagnostic workflow evaluating patient symptom severity and calculating pathology probabilities.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9195" y="1338262"/>
            <a:ext cx="6016079" cy="4552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2912417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3938141"/>
            <a:ext cx="36195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4963864"/>
            <a:ext cx="36195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" y="3007667"/>
            <a:ext cx="1905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525" y="2912417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Severity Risk Index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121967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Quantifies risk score based on symptom duration, severity, and modifying factors (e.g., 85% High Risk Index).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4033391"/>
            <a:ext cx="17145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52525" y="3938141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Pathology Probability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4147691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Matches symptom vectors against primary indications (e.g. Atypical Angina) with secondary differential matches.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059114"/>
            <a:ext cx="15240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2525" y="4963864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Actionable Treatment Guidance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5173414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Provides immediate healthcare recommendations, lifestyle adjustments, and follow-up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662"/>
            <a:ext cx="1957387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650" y="342900"/>
            <a:ext cx="15811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670" y="1328737"/>
            <a:ext cx="6035129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50492"/>
            <a:ext cx="4937670" cy="8923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76216"/>
            <a:ext cx="4937670" cy="8923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801939"/>
            <a:ext cx="4937670" cy="8923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381750"/>
            <a:ext cx="1127760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524625"/>
            <a:ext cx="1524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MedAssist AI Health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4725" y="6524625"/>
            <a:ext cx="600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Slide 4 of 6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428625"/>
            <a:ext cx="100012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401812"/>
            <a:ext cx="5184554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Clinical Diagnostics &amp; Health Report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9942"/>
            <a:ext cx="493767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 Medium"/>
              </a:rPr>
              <a:t>Automated generation of structured medical reports for patient record keeping and physician consultation.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9195" y="1338262"/>
            <a:ext cx="6016079" cy="4552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2912417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3938141"/>
            <a:ext cx="36195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4963864"/>
            <a:ext cx="36195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3007667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525" y="2912417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Instant PDF Report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121967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One-click compilation of clinical diagnostics summaries ready for physician review or EHR attachment.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4033391"/>
            <a:ext cx="17145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52525" y="3938141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Comprehensive Symptom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4147691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Tracks duration, stated severity, and relieving factors alongside match probabilities (e.g., 75% Migraine Episode).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5059114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2525" y="4963864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Preventive Care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5173414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Includes personalized lifestyle, dietary, and preventive guidance tailored to specific diagnostic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662"/>
            <a:ext cx="16002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342900"/>
            <a:ext cx="16573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670" y="1328737"/>
            <a:ext cx="6035129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50492"/>
            <a:ext cx="4937670" cy="8923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76216"/>
            <a:ext cx="4937670" cy="8923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801939"/>
            <a:ext cx="4937670" cy="8923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381750"/>
            <a:ext cx="1127760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524625"/>
            <a:ext cx="1514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MedAssist AI Provider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524625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Slide 5 of 6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428625"/>
            <a:ext cx="109537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401812"/>
            <a:ext cx="5184554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Physician Dashboard &amp; Patient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9942"/>
            <a:ext cx="493767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 Medium"/>
              </a:rPr>
              <a:t>A centralized clinical workspace enabling doctors to evaluate patient files, log conditions, and trigger AI risk predictions.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9195" y="1338262"/>
            <a:ext cx="6016079" cy="4552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2912417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3938141"/>
            <a:ext cx="36195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4963864"/>
            <a:ext cx="36195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" y="3007667"/>
            <a:ext cx="1905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525" y="2912417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Patient Files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121967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Instant lookup of patient profiles, blood type, body metrics, chronic conditions, and active allergies.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950" y="4033391"/>
            <a:ext cx="19050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52525" y="3938141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Active Prescription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4147691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Manage medical prescriptions, log pre-existing conditions, and track patient-reported allergic reactions.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662" y="5059114"/>
            <a:ext cx="21907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2525" y="4963864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AI Prediction &amp; Advisory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5173414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Compute real-time risk assessments directly from physician symptom descriptions and save advisory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662"/>
            <a:ext cx="2081212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850" y="342900"/>
            <a:ext cx="226695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670" y="1328737"/>
            <a:ext cx="6035129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50492"/>
            <a:ext cx="4937670" cy="8923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76216"/>
            <a:ext cx="4937670" cy="8923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801939"/>
            <a:ext cx="4937670" cy="8923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381750"/>
            <a:ext cx="1127760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524625"/>
            <a:ext cx="1581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MedAssist AI Milestone 1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524625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Slide 6 of 6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428625"/>
            <a:ext cx="109537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401812"/>
            <a:ext cx="5184554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Database Schema &amp; Live Data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9942"/>
            <a:ext cx="493767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 Medium"/>
              </a:rPr>
              <a:t>Demonstrating verified document storage, hashed credentials, user roles, and medical history arrays in MongoDB Atlas.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9195" y="1338262"/>
            <a:ext cx="6016079" cy="4552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2912417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3938141"/>
            <a:ext cx="36195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4963864"/>
            <a:ext cx="36195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3007667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525" y="2912417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Flexible MongoDB Document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121967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Stores rich patient &amp; doctor records, including body metrics (weight, height, bloodType) and nested medical history arrays.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662" y="4033391"/>
            <a:ext cx="219075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52525" y="3938141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Role-Based Data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4147691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Distinguishes "patient" and "doctor" roles seamlessly while securing authentication credentials with bcrypt password hashing.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059114"/>
            <a:ext cx="15240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2525" y="4963864"/>
            <a:ext cx="424443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Milestone 1 Backend Operational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5173414"/>
            <a:ext cx="404232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Verified end-to-end data flow: user registration, triage entries, and clinical updates correctly persist in the medassist cluster.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553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Plus Jakarta Sans</vt:lpstr>
      <vt:lpstr>Plus Jakarta Sans ExtraBold</vt:lpstr>
      <vt:lpstr>Plus Jakarta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SOREN</cp:lastModifiedBy>
  <cp:revision>2</cp:revision>
  <dcterms:created xsi:type="dcterms:W3CDTF">2013-01-27T09:14:16Z</dcterms:created>
  <dcterms:modified xsi:type="dcterms:W3CDTF">2026-07-30T12:16:41Z</dcterms:modified>
  <cp:category/>
</cp:coreProperties>
</file>