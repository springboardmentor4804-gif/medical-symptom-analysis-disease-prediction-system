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 Black"/>
      <p:bold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Anaheim"/>
      <p:regular r:id="rId22"/>
      <p:bold r:id="rId23"/>
    </p:embeddedFont>
    <p:embeddedFont>
      <p:font typeface="Bebas Neue"/>
      <p:regular r:id="rId24"/>
    </p:embeddedFont>
    <p:embeddedFont>
      <p:font typeface="PT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Anahei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BebasNeue-regular.fntdata"/><Relationship Id="rId23" Type="http://schemas.openxmlformats.org/officeDocument/2006/relationships/font" Target="fonts/Anaheim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Black-boldItalic.fntdata"/><Relationship Id="rId16" Type="http://schemas.openxmlformats.org/officeDocument/2006/relationships/font" Target="fonts/MontserratBlack-bold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f6f6ff33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f6f6ff33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f6f6ff33a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f6f6ff33a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1734a882cf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1734a882cf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ecfe66ab1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ecfe66ab1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ecfe66ab1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ecfe66ab1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f6f6ff33a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3f6f6ff33a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3ecfe66ab1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3ecfe66ab1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3"/>
          <p:cNvSpPr txBox="1"/>
          <p:nvPr>
            <p:ph hasCustomPrompt="1" idx="2" type="title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/>
          <p:nvPr>
            <p:ph idx="1" type="subTitle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flipH="1" rot="10515695">
              <a:off x="8395243" y="73330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flipH="1" rot="10515695">
              <a:off x="9021249" y="726033"/>
              <a:ext cx="650171" cy="721091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flipH="1" rot="10515695">
              <a:off x="8701969" y="187519"/>
              <a:ext cx="650171" cy="721066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flipH="1" rot="10515695">
              <a:off x="8382688" y="-351019"/>
              <a:ext cx="650146" cy="721066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flipH="1" rot="10515695">
              <a:off x="9008695" y="-358246"/>
              <a:ext cx="650196" cy="721041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flipH="1" rot="10515695">
              <a:off x="8988036" y="-202011"/>
              <a:ext cx="57070" cy="57045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flipH="1" rot="10515695">
              <a:off x="9613745" y="157614"/>
              <a:ext cx="57045" cy="57070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flipH="1" rot="10515695">
              <a:off x="9310934" y="707797"/>
              <a:ext cx="57020" cy="57070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" type="subTitle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6" name="Google Shape;206;p5"/>
          <p:cNvSpPr txBox="1"/>
          <p:nvPr>
            <p:ph idx="2" type="subTitle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5"/>
          <p:cNvSpPr txBox="1"/>
          <p:nvPr>
            <p:ph idx="3" type="subTitle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8" name="Google Shape;208;p5"/>
          <p:cNvSpPr txBox="1"/>
          <p:nvPr>
            <p:ph idx="4" type="subTitle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flipH="1" rot="10515604">
              <a:off x="8395233" y="733291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flipH="1" rot="10515604">
              <a:off x="9021238" y="726016"/>
              <a:ext cx="650180" cy="721100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flipH="1" rot="10515604">
              <a:off x="8701958" y="187502"/>
              <a:ext cx="650180" cy="721075"/>
            </a:xfrm>
            <a:custGeom>
              <a:rect b="b" l="l" r="r" t="t"/>
              <a:pathLst>
                <a:path extrusionOk="0" fill="none" h="28845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flipH="1" rot="10515604">
              <a:off x="8382677" y="-351036"/>
              <a:ext cx="650155" cy="721075"/>
            </a:xfrm>
            <a:custGeom>
              <a:rect b="b" l="l" r="r" t="t"/>
              <a:pathLst>
                <a:path extrusionOk="0" fill="none" h="28845" w="26008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flipH="1" rot="10515604">
              <a:off x="9008685" y="-358263"/>
              <a:ext cx="650205" cy="721050"/>
            </a:xfrm>
            <a:custGeom>
              <a:rect b="b" l="l" r="r" t="t"/>
              <a:pathLst>
                <a:path extrusionOk="0" fill="none" h="28844" w="2601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flipH="1" rot="10515604">
              <a:off x="8988035" y="-202012"/>
              <a:ext cx="57071" cy="57046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flipH="1" rot="10515604">
              <a:off x="9613745" y="157612"/>
              <a:ext cx="57046" cy="57071"/>
            </a:xfrm>
            <a:custGeom>
              <a:rect b="b" l="l" r="r" t="t"/>
              <a:pathLst>
                <a:path extrusionOk="0" h="2283" w="2282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flipH="1" rot="10515604">
              <a:off x="9310934" y="707795"/>
              <a:ext cx="57021" cy="57071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flipH="1" rot="10515604">
            <a:off x="8362734" y="-200629"/>
            <a:ext cx="57046" cy="57046"/>
          </a:xfrm>
          <a:custGeom>
            <a:rect b="b" l="l" r="r" t="t"/>
            <a:pathLst>
              <a:path extrusionOk="0" h="2282" w="2282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5" name="Google Shape;245;p7"/>
          <p:cNvSpPr txBox="1"/>
          <p:nvPr>
            <p:ph idx="1" type="subTitle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/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26" name="Google Shape;42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10"/>
          <p:cNvSpPr txBox="1"/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002E8A">
              <a:alpha val="33000"/>
            </a:srgbClr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7725">
                <a:solidFill>
                  <a:schemeClr val="dk1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>
            <p:ph hasCustomPrompt="1" type="title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/>
          <p:nvPr>
            <p:ph idx="1" type="subTitle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8" name="Google Shape;538;p13"/>
          <p:cNvSpPr txBox="1"/>
          <p:nvPr>
            <p:ph idx="1" type="subTitle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13"/>
          <p:cNvSpPr txBox="1"/>
          <p:nvPr>
            <p:ph hasCustomPrompt="1" idx="2" type="title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/>
          <p:nvPr>
            <p:ph idx="3" type="subTitle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1" name="Google Shape;541;p13"/>
          <p:cNvSpPr txBox="1"/>
          <p:nvPr>
            <p:ph idx="4" type="subTitle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13"/>
          <p:cNvSpPr txBox="1"/>
          <p:nvPr>
            <p:ph hasCustomPrompt="1" idx="5" type="title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/>
          <p:nvPr>
            <p:ph idx="6" type="subTitle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4" name="Google Shape;544;p13"/>
          <p:cNvSpPr txBox="1"/>
          <p:nvPr>
            <p:ph idx="7" type="subTitle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13"/>
          <p:cNvSpPr txBox="1"/>
          <p:nvPr>
            <p:ph hasCustomPrompt="1" idx="8" type="title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/>
          <p:nvPr>
            <p:ph idx="9" type="subTitle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47" name="Google Shape;547;p13"/>
          <p:cNvSpPr txBox="1"/>
          <p:nvPr>
            <p:ph idx="13" type="subTitle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8" name="Google Shape;548;p13"/>
          <p:cNvSpPr txBox="1"/>
          <p:nvPr>
            <p:ph hasCustomPrompt="1" idx="14" type="title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/>
          <p:nvPr>
            <p:ph idx="15" type="subTitle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0" name="Google Shape;550;p13"/>
          <p:cNvSpPr txBox="1"/>
          <p:nvPr>
            <p:ph idx="16" type="subTitle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13"/>
          <p:cNvSpPr txBox="1"/>
          <p:nvPr>
            <p:ph hasCustomPrompt="1" idx="17" type="title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/>
          <p:nvPr>
            <p:ph idx="18" type="subTitle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/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99" name="Google Shape;599;p14"/>
          <p:cNvSpPr txBox="1"/>
          <p:nvPr>
            <p:ph idx="1" type="subTitle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15"/>
          <p:cNvSpPr txBox="1"/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5" name="Google Shape;645;p15"/>
          <p:cNvSpPr txBox="1"/>
          <p:nvPr>
            <p:ph idx="1" type="subTitle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15"/>
          <p:cNvSpPr/>
          <p:nvPr>
            <p:ph idx="2" type="pic"/>
          </p:nvPr>
        </p:nvSpPr>
        <p:spPr>
          <a:xfrm>
            <a:off x="4627875" y="778125"/>
            <a:ext cx="3627900" cy="3762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/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49" name="Google Shape;649;p16"/>
          <p:cNvSpPr txBox="1"/>
          <p:nvPr>
            <p:ph idx="1" type="subTitle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/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1" name="Google Shape;671;p17"/>
          <p:cNvSpPr txBox="1"/>
          <p:nvPr>
            <p:ph idx="1" type="subTitle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2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flipH="1" rot="-157512">
              <a:off x="7124135" y="209124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flipH="1" rot="-157512">
              <a:off x="7112323" y="35256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flipH="1" rot="-157512">
              <a:off x="7729061" y="729798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flipH="1" rot="-157512">
              <a:off x="7756527" y="-354275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flipH="1" rot="-157512">
              <a:off x="8076682" y="-309131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flipH="1" rot="-157512">
              <a:off x="7450823" y="-324986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flipH="1" rot="-157512">
              <a:off x="8375904" y="240832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flipH="1" rot="-157512">
              <a:off x="7750020" y="224978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1" name="Google Shape;721;p18"/>
          <p:cNvSpPr txBox="1"/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2" name="Google Shape;722;p18"/>
          <p:cNvSpPr txBox="1"/>
          <p:nvPr>
            <p:ph idx="1" type="subTitle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3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/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5" name="Google Shape;725;p19"/>
          <p:cNvSpPr txBox="1"/>
          <p:nvPr>
            <p:ph idx="1" type="subTitle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0" name="Google Shape;750;p20"/>
          <p:cNvSpPr txBox="1"/>
          <p:nvPr>
            <p:ph idx="1" type="subTitle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20"/>
          <p:cNvSpPr txBox="1"/>
          <p:nvPr>
            <p:ph idx="2" type="subTitle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20"/>
          <p:cNvSpPr txBox="1"/>
          <p:nvPr>
            <p:ph idx="3" type="subTitle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3" name="Google Shape;753;p20"/>
          <p:cNvSpPr txBox="1"/>
          <p:nvPr>
            <p:ph idx="4" type="subTitle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flipH="1" rot="-157512">
              <a:off x="1392148" y="33295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flipH="1" rot="-157512">
              <a:off x="1064998" y="386414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flipH="1" rot="-157512">
              <a:off x="1364223" y="440671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flipH="1" rot="-157512">
              <a:off x="119483" y="4382794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flipH="1" rot="-157512">
                <a:off x="1376547" y="4265784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flipH="1" rot="-157512">
                <a:off x="1077325" y="3715820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flipH="1" rot="-157512">
                <a:off x="1404013" y="3181711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flipH="1" rot="-157512">
                <a:off x="451466" y="3699965"/>
                <a:ext cx="650167" cy="721089"/>
              </a:xfrm>
              <a:custGeom>
                <a:rect b="b" l="l" r="r" t="t"/>
                <a:pathLst>
                  <a:path extrusionOk="0" fill="none" h="28845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flipH="1" rot="-157512">
                <a:off x="152244" y="3150001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flipH="1" rot="-157512">
                <a:off x="778129" y="316585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flipH="1" rot="-157512">
                <a:off x="124753" y="4234050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flipH="1" rot="-157512">
                <a:off x="423974" y="4784014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flipH="1" rot="-157512">
                <a:off x="1049859" y="479989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86" name="Google Shape;786;p21"/>
          <p:cNvSpPr txBox="1"/>
          <p:nvPr>
            <p:ph idx="1" type="subTitle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7" name="Google Shape;787;p21"/>
          <p:cNvSpPr txBox="1"/>
          <p:nvPr>
            <p:ph idx="2" type="subTitle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12" name="Google Shape;812;p22"/>
          <p:cNvSpPr txBox="1"/>
          <p:nvPr>
            <p:ph idx="1" type="subTitle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3" name="Google Shape;813;p22"/>
          <p:cNvSpPr txBox="1"/>
          <p:nvPr>
            <p:ph idx="2" type="subTitle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4" name="Google Shape;814;p22"/>
          <p:cNvSpPr txBox="1"/>
          <p:nvPr>
            <p:ph idx="3" type="subTitle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5" name="Google Shape;815;p22"/>
          <p:cNvSpPr txBox="1"/>
          <p:nvPr>
            <p:ph idx="4" type="subTitle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6" name="Google Shape;816;p22"/>
          <p:cNvSpPr txBox="1"/>
          <p:nvPr>
            <p:ph idx="5" type="subTitle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7" name="Google Shape;817;p22"/>
          <p:cNvSpPr txBox="1"/>
          <p:nvPr>
            <p:ph idx="6" type="subTitle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42" name="Google Shape;842;p23"/>
          <p:cNvSpPr txBox="1"/>
          <p:nvPr>
            <p:ph idx="1" type="subTitle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23"/>
          <p:cNvSpPr txBox="1"/>
          <p:nvPr>
            <p:ph idx="2" type="subTitle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23"/>
          <p:cNvSpPr txBox="1"/>
          <p:nvPr>
            <p:ph idx="3" type="subTitle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23"/>
          <p:cNvSpPr txBox="1"/>
          <p:nvPr>
            <p:ph idx="4" type="subTitle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23"/>
          <p:cNvSpPr txBox="1"/>
          <p:nvPr>
            <p:ph idx="5" type="subTitle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7" name="Google Shape;847;p23"/>
          <p:cNvSpPr txBox="1"/>
          <p:nvPr>
            <p:ph idx="6" type="subTitle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8" name="Google Shape;848;p23"/>
          <p:cNvSpPr txBox="1"/>
          <p:nvPr>
            <p:ph idx="7" type="subTitle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9" name="Google Shape;849;p23"/>
          <p:cNvSpPr txBox="1"/>
          <p:nvPr>
            <p:ph idx="8" type="subTitle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75" name="Google Shape;875;p24"/>
          <p:cNvSpPr txBox="1"/>
          <p:nvPr>
            <p:ph idx="1" type="subTitle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6" name="Google Shape;876;p24"/>
          <p:cNvSpPr txBox="1"/>
          <p:nvPr>
            <p:ph idx="2" type="subTitle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24"/>
          <p:cNvSpPr txBox="1"/>
          <p:nvPr>
            <p:ph idx="3" type="subTitle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24"/>
          <p:cNvSpPr txBox="1"/>
          <p:nvPr>
            <p:ph idx="4" type="subTitle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24"/>
          <p:cNvSpPr txBox="1"/>
          <p:nvPr>
            <p:ph idx="5" type="subTitle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24"/>
          <p:cNvSpPr txBox="1"/>
          <p:nvPr>
            <p:ph idx="6" type="subTitle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24"/>
          <p:cNvSpPr txBox="1"/>
          <p:nvPr>
            <p:ph idx="7" type="subTitle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2" name="Google Shape;882;p24"/>
          <p:cNvSpPr txBox="1"/>
          <p:nvPr>
            <p:ph idx="8" type="subTitle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3" name="Google Shape;883;p24"/>
          <p:cNvSpPr txBox="1"/>
          <p:nvPr>
            <p:ph idx="9" type="subTitle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4" name="Google Shape;884;p24"/>
          <p:cNvSpPr txBox="1"/>
          <p:nvPr>
            <p:ph idx="13" type="subTitle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5" name="Google Shape;885;p24"/>
          <p:cNvSpPr txBox="1"/>
          <p:nvPr>
            <p:ph idx="14" type="subTitle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6" name="Google Shape;886;p24"/>
          <p:cNvSpPr txBox="1"/>
          <p:nvPr>
            <p:ph idx="15" type="subTitle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flipH="1" rot="10800000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/>
          <p:nvPr>
            <p:ph hasCustomPrompt="1"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/>
          <p:nvPr>
            <p:ph idx="1" type="subTitle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49" name="Google Shape;949;p27"/>
          <p:cNvSpPr txBox="1"/>
          <p:nvPr>
            <p:ph hasCustomPrompt="1" idx="2" type="title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/>
          <p:nvPr>
            <p:ph idx="3" type="subTitle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51" name="Google Shape;951;p27"/>
          <p:cNvSpPr txBox="1"/>
          <p:nvPr>
            <p:ph hasCustomPrompt="1" idx="4" type="title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/>
          <p:nvPr>
            <p:ph idx="5" type="subTitle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/>
          <p:nvPr>
            <p:ph hasCustomPrompt="1" type="title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/>
          <p:nvPr>
            <p:ph idx="1" type="subTitle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78" name="Google Shape;978;p28"/>
          <p:cNvSpPr txBox="1"/>
          <p:nvPr>
            <p:ph idx="2" type="subTitle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9" name="Google Shape;979;p28"/>
          <p:cNvSpPr txBox="1"/>
          <p:nvPr>
            <p:ph hasCustomPrompt="1" idx="3" type="title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/>
          <p:nvPr>
            <p:ph idx="4" type="subTitle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1" name="Google Shape;981;p28"/>
          <p:cNvSpPr txBox="1"/>
          <p:nvPr>
            <p:ph idx="5" type="subTitle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2" name="Google Shape;982;p28"/>
          <p:cNvSpPr txBox="1"/>
          <p:nvPr>
            <p:ph hasCustomPrompt="1" idx="6" type="title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/>
          <p:nvPr>
            <p:ph idx="7" type="subTitle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84" name="Google Shape;984;p28"/>
          <p:cNvSpPr txBox="1"/>
          <p:nvPr>
            <p:ph idx="8" type="subTitle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85" name="Google Shape;985;p28"/>
          <p:cNvSpPr txBox="1"/>
          <p:nvPr>
            <p:ph idx="9"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rect b="b" l="l" r="r" t="t"/>
                <a:pathLst>
                  <a:path extrusionOk="0" fill="none" h="28845" w="26009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rect b="b" l="l" r="r" t="t"/>
                <a:pathLst>
                  <a:path extrusionOk="0" fill="none" h="28846" w="26008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rect b="b" l="l" r="r" t="t"/>
                <a:pathLst>
                  <a:path extrusionOk="0" fill="none" h="28846" w="2601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rect b="b" l="l" r="r" t="t"/>
                <a:pathLst>
                  <a:path extrusionOk="0" fill="none" h="28844" w="26009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rect b="b" l="l" r="r" t="t"/>
                <a:pathLst>
                  <a:path extrusionOk="0" fill="none" h="28846" w="26009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cap="flat" cmpd="sng" w="7725">
                <a:solidFill>
                  <a:schemeClr val="dk2"/>
                </a:solidFill>
                <a:prstDash val="solid"/>
                <a:miter lim="102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/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02" name="Google Shape;1002;p29"/>
          <p:cNvSpPr txBox="1"/>
          <p:nvPr>
            <p:ph idx="1" type="subTitle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flipH="1" rot="-157512">
              <a:off x="8467712" y="4798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flipH="1" rot="-157512">
              <a:off x="8489459" y="-461709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flipH="1" rot="-157512">
              <a:off x="7863600" y="-477589"/>
              <a:ext cx="650167" cy="721114"/>
            </a:xfrm>
            <a:custGeom>
              <a:rect b="b" l="l" r="r" t="t"/>
              <a:pathLst>
                <a:path extrusionOk="0" fill="none" h="28846" w="26008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flipH="1" rot="-157512">
              <a:off x="7237690" y="-493444"/>
              <a:ext cx="650217" cy="721114"/>
            </a:xfrm>
            <a:custGeom>
              <a:rect b="b" l="l" r="r" t="t"/>
              <a:pathLst>
                <a:path extrusionOk="0" fill="none" h="28846" w="2601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flipH="1" rot="-157512">
              <a:off x="8788681" y="88254"/>
              <a:ext cx="650192" cy="721064"/>
            </a:xfrm>
            <a:custGeom>
              <a:rect b="b" l="l" r="r" t="t"/>
              <a:pathLst>
                <a:path extrusionOk="0" fill="none" h="28844" w="26009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flipH="1" rot="-157512">
              <a:off x="8162796" y="72374"/>
              <a:ext cx="650192" cy="721114"/>
            </a:xfrm>
            <a:custGeom>
              <a:rect b="b" l="l" r="r" t="t"/>
              <a:pathLst>
                <a:path extrusionOk="0" fill="none" h="28846" w="26009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flipH="1" rot="-157512">
              <a:off x="9087877" y="638193"/>
              <a:ext cx="650192" cy="721089"/>
            </a:xfrm>
            <a:custGeom>
              <a:rect b="b" l="l" r="r" t="t"/>
              <a:pathLst>
                <a:path extrusionOk="0" fill="none" h="28845" w="26009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cap="flat" cmpd="sng" w="7725">
              <a:solidFill>
                <a:schemeClr val="dk2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flipH="1" rot="-157512">
              <a:off x="7525463" y="193693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flipH="1" rot="-157512">
              <a:off x="9076066" y="781639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flipH="1" rot="-157512">
              <a:off x="9692804" y="1158867"/>
              <a:ext cx="57072" cy="57047"/>
            </a:xfrm>
            <a:custGeom>
              <a:rect b="b" l="l" r="r" t="t"/>
              <a:pathLst>
                <a:path extrusionOk="0" h="2282" w="2283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b="0" l="15237" r="10475" t="0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rect b="b" l="l" r="r" t="t"/>
                <a:pathLst>
                  <a:path extrusionOk="0" h="2282" w="2283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rect b="b" l="l" r="r" t="t"/>
                    <a:pathLst>
                      <a:path extrusionOk="0" fill="none" h="28845" w="26008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rect b="b" l="l" r="r" t="t"/>
                    <a:pathLst>
                      <a:path extrusionOk="0" fill="none" h="28844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rect b="b" l="l" r="r" t="t"/>
                    <a:pathLst>
                      <a:path extrusionOk="0" fill="none" h="28845" w="2601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rect b="b" l="l" r="r" t="t"/>
                    <a:pathLst>
                      <a:path extrusionOk="0" fill="none" h="28846" w="26008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rect b="b" l="l" r="r" t="t"/>
                    <a:pathLst>
                      <a:path extrusionOk="0" fill="none" h="28844" w="26009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rect b="b" l="l" r="r" t="t"/>
                    <a:pathLst>
                      <a:path extrusionOk="0" fill="none" h="28846" w="2601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rect b="b" l="l" r="r" t="t"/>
                    <a:pathLst>
                      <a:path extrusionOk="0" fill="none" h="28846" w="26009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rect b="b" l="l" r="r" t="t"/>
                    <a:pathLst>
                      <a:path extrusionOk="0" fill="none" h="28845" w="26009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cap="flat" cmpd="sng" w="7725">
                    <a:solidFill>
                      <a:schemeClr val="dk2"/>
                    </a:solidFill>
                    <a:prstDash val="solid"/>
                    <a:miter lim="1027"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rect b="b" l="l" r="r" t="t"/>
                  <a:pathLst>
                    <a:path extrusionOk="0" h="2282" w="2282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rect b="b" l="l" r="r" t="t"/>
                  <a:pathLst>
                    <a:path extrusionOk="0" h="2282" w="2283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rect b="b" l="l" r="r" t="t"/>
                  <a:pathLst>
                    <a:path extrusionOk="0" h="2283" w="2282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rect b="b" l="l" r="r" t="t"/>
              <a:pathLst>
                <a:path extrusionOk="0" h="2283" w="2281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rect b="b" l="l" r="r" t="t"/>
              <a:pathLst>
                <a:path extrusionOk="0" h="2283" w="2283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rect b="b" l="l" r="r" t="t"/>
              <a:pathLst>
                <a:path extrusionOk="0" h="2282" w="2282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p32"/>
          <p:cNvPicPr preferRelativeResize="0"/>
          <p:nvPr/>
        </p:nvPicPr>
        <p:blipFill rotWithShape="1">
          <a:blip r:embed="rId3">
            <a:alphaModFix/>
          </a:blip>
          <a:srcRect b="5838" l="25538" r="23468" t="7152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32"/>
          <p:cNvPicPr preferRelativeResize="0"/>
          <p:nvPr/>
        </p:nvPicPr>
        <p:blipFill rotWithShape="1">
          <a:blip r:embed="rId4">
            <a:alphaModFix/>
          </a:blip>
          <a:srcRect b="0" l="22010" r="18456" t="0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5" name="Google Shape;1235;p32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36" name="Google Shape;1236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32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39" name="Google Shape;1239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41" name="Google Shape;1241;p32"/>
          <p:cNvPicPr preferRelativeResize="0"/>
          <p:nvPr/>
        </p:nvPicPr>
        <p:blipFill rotWithShape="1">
          <a:blip r:embed="rId5">
            <a:alphaModFix/>
          </a:blip>
          <a:srcRect b="8337" l="18647" r="8852" t="7960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32"/>
          <p:cNvSpPr txBox="1"/>
          <p:nvPr>
            <p:ph type="ctrTitle"/>
          </p:nvPr>
        </p:nvSpPr>
        <p:spPr>
          <a:xfrm>
            <a:off x="354621" y="1416238"/>
            <a:ext cx="7033800" cy="89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MedAssist AI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3" name="Google Shape;1243;p32"/>
          <p:cNvSpPr txBox="1"/>
          <p:nvPr>
            <p:ph idx="1" type="subTitle"/>
          </p:nvPr>
        </p:nvSpPr>
        <p:spPr>
          <a:xfrm>
            <a:off x="422971" y="2315346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MILESTONE 3 (Recommendation Engine &amp; Analytics Dashboard)</a:t>
            </a:r>
            <a:endParaRPr sz="2900"/>
          </a:p>
        </p:txBody>
      </p:sp>
      <p:sp>
        <p:nvSpPr>
          <p:cNvPr id="1244" name="Google Shape;1244;p32"/>
          <p:cNvSpPr txBox="1"/>
          <p:nvPr>
            <p:ph idx="1" type="subTitle"/>
          </p:nvPr>
        </p:nvSpPr>
        <p:spPr>
          <a:xfrm>
            <a:off x="575371" y="4103804"/>
            <a:ext cx="78447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b="1" lang="en" sz="2300"/>
              <a:t>Dharani K</a:t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33" title="ChatGPT Image Aug 26, 2026, 07_38_38 P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71"/>
            <a:ext cx="9144001" cy="5146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74" y="768900"/>
            <a:ext cx="7701100" cy="425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34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Treatment Suggestions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Google Shape;1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500" y="613300"/>
            <a:ext cx="7065175" cy="4392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35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Healthcare Recommendation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p36" title="ChatGPT Image Aug 27, 2026, 11_46_11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0025"/>
            <a:ext cx="9139152" cy="52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1" name="Google Shape;12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1525"/>
            <a:ext cx="9143999" cy="23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37"/>
          <p:cNvSpPr txBox="1"/>
          <p:nvPr/>
        </p:nvSpPr>
        <p:spPr>
          <a:xfrm>
            <a:off x="285075" y="2763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Preventive Care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7578"/>
            <a:ext cx="9144002" cy="4160672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38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Advisory Features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Google Shape;128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8550"/>
            <a:ext cx="9144000" cy="4345323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39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Healthcare Analytics Dashboard (Patient)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772225"/>
            <a:ext cx="8839198" cy="4235157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40"/>
          <p:cNvSpPr txBox="1"/>
          <p:nvPr/>
        </p:nvSpPr>
        <p:spPr>
          <a:xfrm>
            <a:off x="132675" y="123975"/>
            <a:ext cx="558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Healthcare Analytics Dashboard (Healthcare Provider)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41"/>
          <p:cNvSpPr/>
          <p:nvPr/>
        </p:nvSpPr>
        <p:spPr>
          <a:xfrm>
            <a:off x="255165" y="254110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Database - PostgreSQL</a:t>
            </a:r>
            <a:endParaRPr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6" name="Google Shape;12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50" y="809050"/>
            <a:ext cx="7558723" cy="425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42"/>
          <p:cNvSpPr txBox="1"/>
          <p:nvPr>
            <p:ph type="title"/>
          </p:nvPr>
        </p:nvSpPr>
        <p:spPr>
          <a:xfrm>
            <a:off x="2347888" y="1440919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YOU!</a:t>
            </a:r>
            <a:endParaRPr/>
          </a:p>
        </p:txBody>
      </p:sp>
      <p:pic>
        <p:nvPicPr>
          <p:cNvPr id="1302" name="Google Shape;1302;p42"/>
          <p:cNvPicPr preferRelativeResize="0"/>
          <p:nvPr/>
        </p:nvPicPr>
        <p:blipFill rotWithShape="1">
          <a:blip r:embed="rId3">
            <a:alphaModFix/>
          </a:blip>
          <a:srcRect b="8337" l="18647" r="8852" t="7960"/>
          <a:stretch/>
        </p:blipFill>
        <p:spPr>
          <a:xfrm rot="-1406513">
            <a:off x="1099310" y="551250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42"/>
          <p:cNvPicPr preferRelativeResize="0"/>
          <p:nvPr/>
        </p:nvPicPr>
        <p:blipFill rotWithShape="1">
          <a:blip r:embed="rId4">
            <a:alphaModFix/>
          </a:blip>
          <a:srcRect b="5838" l="25538" r="23468" t="7152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42"/>
          <p:cNvPicPr preferRelativeResize="0"/>
          <p:nvPr/>
        </p:nvPicPr>
        <p:blipFill rotWithShape="1">
          <a:blip r:embed="rId5">
            <a:alphaModFix/>
          </a:blip>
          <a:srcRect b="0" l="15237" r="10475" t="0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5" name="Google Shape;1305;p42"/>
          <p:cNvGrpSpPr/>
          <p:nvPr/>
        </p:nvGrpSpPr>
        <p:grpSpPr>
          <a:xfrm>
            <a:off x="6891975" y="620800"/>
            <a:ext cx="76825" cy="76800"/>
            <a:chOff x="3104875" y="1099400"/>
            <a:chExt cx="76825" cy="76800"/>
          </a:xfrm>
        </p:grpSpPr>
        <p:sp>
          <p:nvSpPr>
            <p:cNvPr id="1306" name="Google Shape;1306;p4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4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8" name="Google Shape;1308;p42"/>
          <p:cNvGrpSpPr/>
          <p:nvPr/>
        </p:nvGrpSpPr>
        <p:grpSpPr>
          <a:xfrm rot="1891135">
            <a:off x="1399937" y="4106218"/>
            <a:ext cx="76828" cy="76803"/>
            <a:chOff x="3104875" y="1099400"/>
            <a:chExt cx="76825" cy="76800"/>
          </a:xfrm>
        </p:grpSpPr>
        <p:sp>
          <p:nvSpPr>
            <p:cNvPr id="1309" name="Google Shape;1309;p4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4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1" name="Google Shape;1311;p42"/>
          <p:cNvGrpSpPr/>
          <p:nvPr/>
        </p:nvGrpSpPr>
        <p:grpSpPr>
          <a:xfrm>
            <a:off x="2141475" y="1931863"/>
            <a:ext cx="76825" cy="76800"/>
            <a:chOff x="3104875" y="1099400"/>
            <a:chExt cx="76825" cy="76800"/>
          </a:xfrm>
        </p:grpSpPr>
        <p:sp>
          <p:nvSpPr>
            <p:cNvPr id="1312" name="Google Shape;1312;p4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3104875" y="1099400"/>
              <a:ext cx="76825" cy="76800"/>
            </a:xfrm>
            <a:custGeom>
              <a:rect b="b" l="l" r="r" t="t"/>
              <a:pathLst>
                <a:path extrusionOk="0" fill="none" h="3072" w="3073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cap="flat" cmpd="sng" w="23350">
              <a:solidFill>
                <a:schemeClr val="dk1"/>
              </a:solidFill>
              <a:prstDash val="solid"/>
              <a:miter lim="102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14" name="Google Shape;1314;p42"/>
          <p:cNvPicPr preferRelativeResize="0"/>
          <p:nvPr/>
        </p:nvPicPr>
        <p:blipFill rotWithShape="1">
          <a:blip r:embed="rId6">
            <a:alphaModFix/>
          </a:blip>
          <a:srcRect b="4592" l="24332" r="23343" t="572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42"/>
          <p:cNvPicPr preferRelativeResize="0"/>
          <p:nvPr/>
        </p:nvPicPr>
        <p:blipFill rotWithShape="1">
          <a:blip r:embed="rId7">
            <a:alphaModFix/>
          </a:blip>
          <a:srcRect b="0" l="22010" r="18456" t="0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42"/>
          <p:cNvSpPr/>
          <p:nvPr/>
        </p:nvSpPr>
        <p:spPr>
          <a:xfrm>
            <a:off x="1919275" y="3564725"/>
            <a:ext cx="5405400" cy="869100"/>
          </a:xfrm>
          <a:prstGeom prst="rect">
            <a:avLst/>
          </a:prstGeom>
          <a:solidFill>
            <a:srgbClr val="032138"/>
          </a:solidFill>
          <a:ln cap="flat" cmpd="sng" w="9525">
            <a:solidFill>
              <a:srgbClr val="032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ificial Intelligence (AI) Technology Consulting by Slidesgo">
  <a:themeElements>
    <a:clrScheme name="Simple Light">
      <a:dk1>
        <a:srgbClr val="FFFFFF"/>
      </a:dk1>
      <a:lt1>
        <a:srgbClr val="032138"/>
      </a:lt1>
      <a:dk2>
        <a:srgbClr val="6995D9"/>
      </a:dk2>
      <a:lt2>
        <a:srgbClr val="002E8A"/>
      </a:lt2>
      <a:accent1>
        <a:srgbClr val="00FB87"/>
      </a:accent1>
      <a:accent2>
        <a:srgbClr val="00C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