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863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MedAssist AI, an AI-powered medical symptom analysis and disease prediction platform, built as part of the Infosys Springboard internship. Mention that this review covers Milestone 1 (Weeks 1-2): project setup, architecture, and the core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objective in your own words. Then walk through the Milestone 1 checklist on the right — all the Week 1-2 deliverables from the project plan (architecture, schema, wireframes, environment setup, auth/RBAC, symptom workflow) are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stack: React.js + Vite on the frontend is built and working. Backend (FastAPI), the database (PostgreSQL/MongoDB) and the AI/ML libraries are planned for the next milestones. Then explain the four core tables — Users, Patients, Symptoms, Predictions — that will back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homepage — the first screen a visitor sees. It explains what MedAssist AI does and links to Login / Create Account before anyone signs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login and registration. Registration captures the user's role — Patient or Healthcare Provider — which drives the role-based access control (RBAC) built in Milestone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role-based dashboards. Be upfront that the disease-prediction and risk panels currently display sample data — the UI is complete, and wiring in the real ML models is the focus of Milestone 2, starting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480560"/>
            <a:ext cx="4206240" cy="420624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pic>
        <p:nvPicPr>
          <p:cNvPr id="4" name="Image 0" descr="/home/claude/medassist_ppt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305" y="19659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MedAssist AI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524305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Symptom Analysis &amp; Disease Prediction System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24305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“Smarter Healthcare. Better Decisions.”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10305" y="406908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 — PROGRESS REVIEW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8505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 •  Developed by Mr. Swastik Sukla  •  July 31,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Milestone 1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is an AI-powered platform that helps patients and healthcare providers analyze symptoms, predict possible diseases, assess health risk, and receive preliminary care recommendations — all through one connected system.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medassist_ppt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803172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3703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37033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/home/claude/medassist_ppt/icons/userm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532" y="3803172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48456" y="3703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/home/claude/medassist_ppt/icons/hospit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" y="462613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2416" y="4526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&amp; Hospitals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154680" y="45262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3" descr="/home/claude/medassist_ppt/icons/laptopmedi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532" y="4626132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48456" y="4526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Platforms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35040" y="1188720"/>
            <a:ext cx="5605272" cy="5074920"/>
          </a:xfrm>
          <a:prstGeom prst="roundRect">
            <a:avLst>
              <a:gd name="adj" fmla="val 2162"/>
            </a:avLst>
          </a:prstGeom>
          <a:solidFill>
            <a:srgbClr val="EFF4FF"/>
          </a:solidFill>
          <a:ln/>
        </p:spPr>
      </p:sp>
      <p:sp>
        <p:nvSpPr>
          <p:cNvPr id="19" name="Text 13"/>
          <p:cNvSpPr/>
          <p:nvPr/>
        </p:nvSpPr>
        <p:spPr>
          <a:xfrm>
            <a:off x="630936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549640" y="1435608"/>
            <a:ext cx="1463040" cy="347472"/>
          </a:xfrm>
          <a:prstGeom prst="roundRect">
            <a:avLst>
              <a:gd name="adj" fmla="val 52632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09360" y="208483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2" name="Image 4" descr="/home/claude/medassist_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2159447"/>
            <a:ext cx="161666" cy="16166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84848" y="200253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workflows &amp; project scope defined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309360" y="2651760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5" descr="/home/claude/medassist_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2726375"/>
            <a:ext cx="161666" cy="16166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84848" y="256946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database schema designed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309360" y="32186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8" name="Image 6" descr="/home/claude/medassist_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3293303"/>
            <a:ext cx="161666" cy="16166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84848" y="313639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 built for Patient &amp; Provider portals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309360" y="37856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1" name="Image 7" descr="/home/claude/medassist_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3860231"/>
            <a:ext cx="161666" cy="16166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84848" y="37033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environments set up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6309360" y="4352544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4" name="Image 8" descr="/home/claude/medassist_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4427159"/>
            <a:ext cx="161666" cy="16166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784848" y="427024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(RBAC) implemented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6309360" y="491947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7" name="Image 9" descr="/home/claude/medassist_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4994087"/>
            <a:ext cx="161666" cy="16166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784848" y="483717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collection workflow built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Database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/home/claude/medassist_ppt/icons/rea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15" y="1352215"/>
            <a:ext cx="185075" cy="185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 </a:t>
            </a: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09728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Vite · JavaScript (ES6) · CSS3 · React Router DOM · React Icons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1" descr="/home/claude/medassist_ppt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5" y="2495215"/>
            <a:ext cx="185075" cy="185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774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 </a:t>
            </a: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09728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2" descr="/home/claude/medassist_ppt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15" y="3638215"/>
            <a:ext cx="185075" cy="185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5204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  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09728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</a:t>
            </a:r>
            <a:r>
              <a:rPr lang="en-IN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IN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IN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3" descr="/home/claude/medassist_ppt/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15" y="4781215"/>
            <a:ext cx="185075" cy="1850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6634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  </a:t>
            </a: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097280" y="5120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 · TensorFlow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035040" y="123444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STRUCTURE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605272" cy="3566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3A8A"/>
                          </a:solidFill>
                        </a:rPr>
                        <a:t>Users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Stores registration and login information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3A8A"/>
                          </a:solidFill>
                        </a:rPr>
                        <a:t>Patients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Stores patient details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3A8A"/>
                          </a:solidFill>
                        </a:rPr>
                        <a:t>Symptoms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Stores symptoms and medical history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3A8A"/>
                          </a:solidFill>
                        </a:rPr>
                        <a:t>Predictions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Stores AI disease prediction results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4"/>
          <p:cNvSpPr/>
          <p:nvPr/>
        </p:nvSpPr>
        <p:spPr>
          <a:xfrm>
            <a:off x="6035040" y="553212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 and AI/ML integration begin in Milestone 2.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 · 01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that introduces MedAssist AI.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93976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56816"/>
            <a:ext cx="3950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MedAssist AI as an AI-powered healthcare platform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191256"/>
            <a:ext cx="3950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5 core capabilities — prediction, risk, reports, monitoring, analytics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562856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4425696"/>
            <a:ext cx="3950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Create Account route users into role-based portals</a:t>
            </a:r>
            <a:endParaRPr lang="en-US" sz="1350" dirty="0"/>
          </a:p>
        </p:txBody>
      </p:sp>
      <p:pic>
        <p:nvPicPr>
          <p:cNvPr id="11" name="Image 0" descr="/home/claude/medassist_ppt/assets_final/homepage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960120"/>
            <a:ext cx="642380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 · 02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and role-based registration — the gateway into the Patient and Healthcare Provider portals.</a:t>
            </a:r>
            <a:endParaRPr lang="en-US" sz="1350" dirty="0"/>
          </a:p>
        </p:txBody>
      </p:sp>
      <p:pic>
        <p:nvPicPr>
          <p:cNvPr id="5" name="Image 0" descr="/home/claude/medassist_ppt/assets_final/logi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32" y="1874520"/>
            <a:ext cx="4852872" cy="3931920"/>
          </a:xfrm>
          <a:prstGeom prst="rect">
            <a:avLst/>
          </a:prstGeom>
        </p:spPr>
      </p:pic>
      <p:pic>
        <p:nvPicPr>
          <p:cNvPr id="6" name="Image 1" descr="/home/claude/medassist_ppt/assets_final/register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664" y="1874520"/>
            <a:ext cx="4910999" cy="393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1032" y="5916168"/>
            <a:ext cx="4852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49664" y="5916168"/>
            <a:ext cx="4910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 · 03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for patients and healthcare providers.</a:t>
            </a:r>
            <a:endParaRPr lang="en-US" sz="1350" dirty="0"/>
          </a:p>
        </p:txBody>
      </p:sp>
      <p:pic>
        <p:nvPicPr>
          <p:cNvPr id="5" name="Image 0" descr="/home/claude/medassist_ppt/assets_final/patient_dashboard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497062" cy="3794760"/>
          </a:xfrm>
          <a:prstGeom prst="rect">
            <a:avLst/>
          </a:prstGeom>
        </p:spPr>
      </p:pic>
      <p:pic>
        <p:nvPicPr>
          <p:cNvPr id="6" name="Image 1" descr="/home/claude/medassist_ppt/assets_final/doctor_dashboard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022" y="1874520"/>
            <a:ext cx="3453232" cy="3794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715000"/>
            <a:ext cx="44970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5998464"/>
            <a:ext cx="4497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medical history, recommendations &amp; reports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320022" y="5715000"/>
            <a:ext cx="345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Provider Portal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20022" y="5998464"/>
            <a:ext cx="345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list, history, disease prediction &amp; risk assessment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047574" y="1874520"/>
            <a:ext cx="2595481" cy="3794760"/>
          </a:xfrm>
          <a:prstGeom prst="roundRect">
            <a:avLst>
              <a:gd name="adj" fmla="val 4932"/>
            </a:avLst>
          </a:prstGeom>
          <a:solidFill>
            <a:srgbClr val="2563EB"/>
          </a:solidFill>
          <a:ln/>
        </p:spPr>
      </p:sp>
      <p:pic>
        <p:nvPicPr>
          <p:cNvPr id="12" name="Image 2" descr="/home/claude/medassist_ppt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715" y="2834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48742" y="3401568"/>
            <a:ext cx="21931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MILESTONE 2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248742" y="3749040"/>
            <a:ext cx="219314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integrate the disease-prediction and risk-scoring models behind these screens.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606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Swastik Sukla</cp:lastModifiedBy>
  <cp:revision>4</cp:revision>
  <dcterms:created xsi:type="dcterms:W3CDTF">2026-07-30T05:33:29Z</dcterms:created>
  <dcterms:modified xsi:type="dcterms:W3CDTF">2026-07-30T07:28:11Z</dcterms:modified>
</cp:coreProperties>
</file>