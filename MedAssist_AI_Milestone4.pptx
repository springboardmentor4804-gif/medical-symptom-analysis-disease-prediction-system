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79615" y="0"/>
            <a:ext cx="5212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61327" y="0"/>
            <a:ext cx="320040" cy="6858000"/>
          </a:xfrm>
          <a:prstGeom prst="rect">
            <a:avLst/>
          </a:prstGeom>
          <a:solidFill>
            <a:srgbClr val="21295C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Deployment &amp; Documentation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 — final validation of the AI models, live cloud deployment, and submission-ready documentation for the medical symptom analysis &amp; disease prediction platform.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539496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224528"/>
            <a:ext cx="118872" cy="118872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977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medassist-ai-olive.vercel.app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 · Closing out the eight-week build plan for MedAssist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performance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013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disease and risk model evaluation against the hold-out test set.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76856"/>
            <a:ext cx="5989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225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responsiveness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426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dashboard load times and API latency across patient and doctor views.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5989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186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638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cloud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838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FastAPI backend and Next.js frontend via Docker to AWS / Vercel.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5989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documentation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325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architecture, datasets, modules and results into the report.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59893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011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end-to-end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166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auth → symptom input → prediction → report, live.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1417320"/>
            <a:ext cx="4754880" cy="4892040"/>
          </a:xfrm>
          <a:prstGeom prst="roundRect">
            <a:avLst>
              <a:gd name="adj" fmla="val 1923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6948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2039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8 evaluation criteria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69480" y="26517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E6E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2834640"/>
            <a:ext cx="384048" cy="384048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523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frontend and backend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269480" y="3584448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E6E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2360" y="3767328"/>
            <a:ext cx="384048" cy="384048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523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36758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 and validation completed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269480" y="4517136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E6E8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4700016"/>
            <a:ext cx="384048" cy="384048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5236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01000" y="460857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presentation prepared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269480" y="5449824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3E6E8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52360" y="5632704"/>
            <a:ext cx="384048" cy="384048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52360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001000" y="55412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end-to-end platform demonstration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 — Testing, Deployment &amp; Documentation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Model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from the latest validation run, grouped by what they evaluate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367528" cy="3379422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pic>
        <p:nvPicPr>
          <p:cNvPr id="5" name="Image 0" descr="assets/validation_term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257800" cy="3269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3331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validation.py — DATASETS/validation.py, run against the trained artifacts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417320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746504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99632" y="1837944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91.67%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199632" y="2231136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07096" y="1746504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80248" y="1837944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46.61%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080248" y="2231136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87712" y="1746504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60864" y="1837944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49.11%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960864" y="2231136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715768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47.83%   ·   Production fit 84.58%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172968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PERFORMANCE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3502152"/>
            <a:ext cx="269290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99632" y="3593592"/>
            <a:ext cx="2546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94.91%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199632" y="3986784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confidence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47404" y="3502152"/>
            <a:ext cx="269290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1F8A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0556" y="3593592"/>
            <a:ext cx="2546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66.67%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020556" y="3986784"/>
            <a:ext cx="2546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accuracy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4471416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fit 99.17%   ·   Recommendation relevance 94.80%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4928616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26480" y="5257800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99632" y="5349240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 ms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5742432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07096" y="5257800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80248" y="5349240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~180 ms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080248" y="5742432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loading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887712" y="5257800"/>
            <a:ext cx="1752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960864" y="5349240"/>
            <a:ext cx="1606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~12.5K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9960864" y="5742432"/>
            <a:ext cx="1606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second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 — Testing, Deployment &amp; Documentation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Live Application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services running on AWS, frontend live on Vercel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02920"/>
          </a:xfrm>
          <a:prstGeom prst="roundRect">
            <a:avLst>
              <a:gd name="adj" fmla="val 50909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72184"/>
            <a:ext cx="128016" cy="128016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https://medassist-ai-olive.vercel.app/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+ doctor dashboards · AI symptom checker · PDF reports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 —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pic>
        <p:nvPicPr>
          <p:cNvPr id="10" name="Image 0" descr="assets/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41448"/>
            <a:ext cx="5221224" cy="2697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5193792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assessment, reported symptoms and AI health advisory rendered from a live prediction call.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011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AWS EC2 (t3.micro)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3317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pic>
        <p:nvPicPr>
          <p:cNvPr id="14" name="Image 1" descr="assets/aws_ec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441448"/>
            <a:ext cx="5175504" cy="2286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63640" y="5257800"/>
            <a:ext cx="65105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63640" y="5257800"/>
            <a:ext cx="6510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006133" y="5257800"/>
            <a:ext cx="72603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006133" y="5257800"/>
            <a:ext cx="726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823606" y="5257800"/>
            <a:ext cx="117591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823606" y="5257800"/>
            <a:ext cx="117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090965" y="5257800"/>
            <a:ext cx="65105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090965" y="5257800"/>
            <a:ext cx="6510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833458" y="5257800"/>
            <a:ext cx="72603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33458" y="5257800"/>
            <a:ext cx="726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0650931" y="5257800"/>
            <a:ext cx="72603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650931" y="5257800"/>
            <a:ext cx="7260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 — Testing, Deployment &amp; Documentation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Technical Risks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delivers end-to-end, and what needs hardening before production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RBAC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792224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routes, JWT + bcrypt, protected doctor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56946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prediction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569464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+ label encoder, top-N diseases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91840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4670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346704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Random Forest scores outcome → Low/Med/High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69080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12394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123944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advisory engine flags emergencies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46320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901184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4901184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export; patient trend &amp; doctor dashboards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HARDENING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73736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BEDEB"/>
          </a:solidFill>
          <a:ln w="12700">
            <a:solidFill>
              <a:srgbClr val="E3B3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2020824"/>
            <a:ext cx="82296" cy="82296"/>
          </a:xfrm>
          <a:prstGeom prst="ellipse">
            <a:avLst/>
          </a:prstGeom>
          <a:solidFill>
            <a:srgbClr val="AE3B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95160" y="1892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(5.00%) under current split — 116 classes over 349 rows is too sparse; needs a larger, balanced dataset and cross-validation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2907792"/>
            <a:ext cx="82296" cy="82296"/>
          </a:xfrm>
          <a:prstGeom prst="ellipse">
            <a:avLst/>
          </a:prstGeom>
          <a:solidFill>
            <a:srgbClr val="AE3B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95160" y="277977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JWT secret fallback in code — must be replaced with a strong secret in environment configuration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3794760"/>
            <a:ext cx="82296" cy="82296"/>
          </a:xfrm>
          <a:prstGeom prst="ellipse">
            <a:avLst/>
          </a:prstGeom>
          <a:solidFill>
            <a:srgbClr val="AE3B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95160" y="366674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connection allows tlsAllowInvalidCertificates — review and disable once certificates are validated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4681728"/>
            <a:ext cx="82296" cy="82296"/>
          </a:xfrm>
          <a:prstGeom prst="ellipse">
            <a:avLst/>
          </a:prstGeom>
          <a:solidFill>
            <a:srgbClr val="AE3B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95160" y="45537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via a broad origin regex — restrict to the production frontend domain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5568696"/>
            <a:ext cx="82296" cy="82296"/>
          </a:xfrm>
          <a:prstGeom prst="ellipse">
            <a:avLst/>
          </a:prstGeom>
          <a:solidFill>
            <a:srgbClr val="AE3B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95160" y="54406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package.json missing from the submitted archive — restore and verify the dependency manifest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4 — Testing, Deployment &amp; Documentation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now runs end-to-end — authentication, symptom analysis, disease and risk prediction, advisory guidance, reporting and analytics — deployed live on AWS and Vercel. The path ahead strengthens the model, the data and production security.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2140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model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957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and rebalance the dataset; evaluate XGBoost with reproducible cross-validation.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156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explainability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75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feature contributions and calibrate confidence to empirical likelihood.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68172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clinical scope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56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four parsed symptoms to a validated symptom ontology.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9202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12140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security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3957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secrets via env config, enforce TLS validation, and restrict CORS to production.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340156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CI/CD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675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frontend/backend/Docker builds with structured logs and health checks.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4805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E6E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681728"/>
            <a:ext cx="365760" cy="365760"/>
          </a:xfrm>
          <a:prstGeom prst="ellipse">
            <a:avLst/>
          </a:prstGeom>
          <a:solidFill>
            <a:srgbClr val="3FBF8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performance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956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load tests to substantiate latency and concurrency claims.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50909"/>
            </a:avLst>
          </a:prstGeom>
          <a:solidFill>
            <a:srgbClr val="0C4A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medassist-ai-olive.vercel.app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2026-09-11T06:25:02Z</dcterms:created>
  <dcterms:modified xsi:type="dcterms:W3CDTF">2026-09-11T06:25:02Z</dcterms:modified>
</cp:coreProperties>
</file>