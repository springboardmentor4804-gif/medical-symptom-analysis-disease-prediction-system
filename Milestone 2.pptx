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7" r:id="rId6"/>
    <p:sldId id="308" r:id="rId7"/>
    <p:sldId id="278" r:id="rId8"/>
    <p:sldId id="318" r:id="rId9"/>
    <p:sldId id="319" r:id="rId10"/>
    <p:sldId id="309" r:id="rId11"/>
    <p:sldId id="263" r:id="rId12"/>
    <p:sldId id="310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ACF"/>
    <a:srgbClr val="FF9999"/>
    <a:srgbClr val="5E6A76"/>
    <a:srgbClr val="FFCCCC"/>
    <a:srgbClr val="543E35"/>
    <a:srgbClr val="636A58"/>
    <a:srgbClr val="505A47"/>
    <a:srgbClr val="D1D8B7"/>
    <a:srgbClr val="A09D79"/>
    <a:srgbClr val="AD5C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405" autoAdjust="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0"/>
            <a:ext cx="10360152" cy="5029200"/>
          </a:xfrm>
        </p:spPr>
        <p:txBody>
          <a:bodyPr anchor="ctr"/>
          <a:lstStyle/>
          <a:p>
            <a:r>
              <a:rPr lang="en-IN" b="1" cap="none" dirty="0"/>
              <a:t>MEDASSIST </a:t>
            </a:r>
            <a:r>
              <a:rPr lang="en-IN" b="1" dirty="0"/>
              <a:t>AI:</a:t>
            </a:r>
            <a:br>
              <a:rPr lang="en-IN" b="1" dirty="0"/>
            </a:br>
            <a:r>
              <a:rPr lang="en-IN" b="1" dirty="0"/>
              <a:t>AI Medical Symptom Analysis &amp; Disease Prediction System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Milestone 2 Progress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820A47-934A-41DB-B371-5A6B0D6E507C}"/>
              </a:ext>
            </a:extLst>
          </p:cNvPr>
          <p:cNvSpPr txBox="1"/>
          <p:nvPr/>
        </p:nvSpPr>
        <p:spPr>
          <a:xfrm>
            <a:off x="410592" y="5326203"/>
            <a:ext cx="66027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cap="none" dirty="0">
                <a:solidFill>
                  <a:srgbClr val="543E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Amrutha 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43E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Branch: CSE </a:t>
            </a:r>
            <a:r>
              <a:rPr lang="en-US" altLang="en-US" sz="2800" b="1" dirty="0">
                <a:solidFill>
                  <a:srgbClr val="543E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43E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43E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Internship: Infosys Virtual Internship 7.0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0" y="565951"/>
            <a:ext cx="12038120" cy="5726097"/>
          </a:xfrm>
        </p:spPr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Objective:</a:t>
            </a:r>
            <a:b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000" dirty="0">
                <a:solidFill>
                  <a:schemeClr val="accent1">
                    <a:lumMod val="25000"/>
                  </a:schemeClr>
                </a:solidFill>
              </a:rPr>
              <a:t>The main objective of Milestone 2 was to build a working healthcare web application that can:</a:t>
            </a:r>
            <a:br>
              <a:rPr lang="en-US" sz="4000" dirty="0">
                <a:solidFill>
                  <a:schemeClr val="accent1">
                    <a:lumMod val="2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25000"/>
                  </a:schemeClr>
                </a:solidFill>
              </a:rPr>
              <a:t>predict diseases from patient symptoms,</a:t>
            </a:r>
            <a:br>
              <a:rPr lang="en-US" sz="4000" dirty="0">
                <a:solidFill>
                  <a:schemeClr val="accent1">
                    <a:lumMod val="2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25000"/>
                  </a:schemeClr>
                </a:solidFill>
              </a:rPr>
              <a:t>store patient information,</a:t>
            </a:r>
            <a:br>
              <a:rPr lang="en-US" sz="4000" dirty="0">
                <a:solidFill>
                  <a:schemeClr val="accent1">
                    <a:lumMod val="2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25000"/>
                  </a:schemeClr>
                </a:solidFill>
              </a:rPr>
              <a:t>generate medical reports,</a:t>
            </a:r>
            <a:br>
              <a:rPr lang="en-US" sz="4000" dirty="0">
                <a:solidFill>
                  <a:schemeClr val="accent1">
                    <a:lumMod val="2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25000"/>
                  </a:schemeClr>
                </a:solidFill>
              </a:rPr>
              <a:t>manage appointments, and</a:t>
            </a:r>
            <a:br>
              <a:rPr lang="en-US" sz="4000" dirty="0">
                <a:solidFill>
                  <a:schemeClr val="accent1">
                    <a:lumMod val="2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25000"/>
                  </a:schemeClr>
                </a:solidFill>
              </a:rPr>
              <a:t>help healthcare providers monitor patients.</a:t>
            </a:r>
            <a:br>
              <a:rPr lang="en-US" sz="4000" dirty="0">
                <a:solidFill>
                  <a:schemeClr val="accent1">
                    <a:lumMod val="25000"/>
                  </a:schemeClr>
                </a:solidFill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41848" cy="1012054"/>
          </a:xfrm>
        </p:spPr>
        <p:txBody>
          <a:bodyPr/>
          <a:lstStyle/>
          <a:p>
            <a:r>
              <a:rPr lang="en-US" dirty="0"/>
              <a:t>Patient 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4C7ED5-8A46-4AC7-B378-07DD71E9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" y="1012054"/>
            <a:ext cx="6720550" cy="33148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7EE615-C93F-42B9-B656-85715BC91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050" y="1012054"/>
            <a:ext cx="5373950" cy="33360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644094-DB53-4E08-81A2-4CCCE1BF4C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40" r="3596"/>
          <a:stretch/>
        </p:blipFill>
        <p:spPr>
          <a:xfrm>
            <a:off x="3696069" y="4474346"/>
            <a:ext cx="6243962" cy="219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41E113E-AE6F-4BC3-A3C7-A9479DCF9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89" y="154497"/>
            <a:ext cx="9303797" cy="654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A173-E862-4BA8-AEEA-BBA810D1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94" y="-351622"/>
            <a:ext cx="10386874" cy="1873188"/>
          </a:xfrm>
        </p:spPr>
        <p:txBody>
          <a:bodyPr/>
          <a:lstStyle/>
          <a:p>
            <a:r>
              <a:rPr lang="en-US" dirty="0"/>
              <a:t>Predictions Saved in the Database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9FB1E-B924-46D5-BCE7-099CFDB5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54" y="1299368"/>
            <a:ext cx="10133014" cy="5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1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9895-33F9-4EBF-8FDE-4552499A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7" y="-416690"/>
            <a:ext cx="12327038" cy="1678642"/>
          </a:xfrm>
        </p:spPr>
        <p:txBody>
          <a:bodyPr/>
          <a:lstStyle/>
          <a:p>
            <a:r>
              <a:rPr lang="en-US" sz="4000" dirty="0"/>
              <a:t> Reports &amp; Appointments Saved in the Database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3DCB6-E05A-4606-BF68-FBED3DEA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43" y="814974"/>
            <a:ext cx="10944312" cy="27181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27EA13-3556-49D5-B4CF-707A7D46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9" y="3739977"/>
            <a:ext cx="11260121" cy="299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2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66"/>
            <a:ext cx="7534656" cy="914400"/>
          </a:xfrm>
        </p:spPr>
        <p:txBody>
          <a:bodyPr/>
          <a:lstStyle/>
          <a:p>
            <a:r>
              <a:rPr lang="en-US" sz="3200" dirty="0"/>
              <a:t>Healthcare Provider Dashboard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9CA0F-1C02-4BC7-9903-F0C60F46E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1" y="1229622"/>
            <a:ext cx="6798647" cy="42219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2E16DE-E324-4AE2-BFC3-8222B2CD5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708" y="528286"/>
            <a:ext cx="5220429" cy="32294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DECBB1-571B-4A46-BB76-8D4B63B96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708" y="3977197"/>
            <a:ext cx="5180924" cy="272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EEC44-777F-4B72-BD53-762C4AA21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2057"/>
            <a:ext cx="6769971" cy="4467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6BC6AC-4CD2-49D3-927A-FAC154B45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745" y="98395"/>
            <a:ext cx="4334480" cy="2162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8860C3-4123-4AE8-A0BA-13B20AABF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1653" y="520159"/>
            <a:ext cx="5112316" cy="520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9" y="0"/>
            <a:ext cx="10360152" cy="914400"/>
          </a:xfrm>
        </p:spPr>
        <p:txBody>
          <a:bodyPr/>
          <a:lstStyle/>
          <a:p>
            <a:pPr algn="ctr"/>
            <a:r>
              <a:rPr lang="en-US" dirty="0"/>
              <a:t>Medical History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34727-14D6-46E8-8784-17DCD9DBF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45" y="1242874"/>
            <a:ext cx="10613470" cy="51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2909" y="914400"/>
            <a:ext cx="5641848" cy="5029200"/>
          </a:xfrm>
        </p:spPr>
        <p:txBody>
          <a:bodyPr/>
          <a:lstStyle/>
          <a:p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{9BFC65D0-F481-4153-B7F7-4FE723B56BB6}TF1ed9553b-00c4-4092-846a-c8f7f2908f3beecd942f_win32-8e33096c3cfc</Template>
  <TotalTime>151</TotalTime>
  <Words>149</Words>
  <Application>Microsoft Office PowerPoint</Application>
  <PresentationFormat>Widescreen</PresentationFormat>
  <Paragraphs>24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Gill Sans Nova Light</vt:lpstr>
      <vt:lpstr>Sagona Book</vt:lpstr>
      <vt:lpstr>Times New Roman</vt:lpstr>
      <vt:lpstr>Custom</vt:lpstr>
      <vt:lpstr>MEDASSIST AI: AI Medical Symptom Analysis &amp; Disease Prediction System  Milestone 2 Progress</vt:lpstr>
      <vt:lpstr>Objective:  The main objective of Milestone 2 was to build a working healthcare web application that can: predict diseases from patient symptoms, store patient information, generate medical reports, manage appointments, and help healthcare providers monitor patients. </vt:lpstr>
      <vt:lpstr>Patient Dashboard</vt:lpstr>
      <vt:lpstr>PowerPoint Presentation</vt:lpstr>
      <vt:lpstr>Predictions Saved in the Database</vt:lpstr>
      <vt:lpstr> Reports &amp; Appointments Saved in the Database</vt:lpstr>
      <vt:lpstr>Healthcare Provider Dashboard</vt:lpstr>
      <vt:lpstr>PowerPoint Presentation</vt:lpstr>
      <vt:lpstr>Medical History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MEDASSIST AI: AI Medical Symptom Analysis &amp; Disease Prediction System  Milestone 2 Progress</dc:title>
  <dc:creator>Amrutha M</dc:creator>
  <cp:lastModifiedBy>Amrutha M</cp:lastModifiedBy>
  <cp:revision>6</cp:revision>
  <dcterms:created xsi:type="dcterms:W3CDTF">2026-08-13T11:30:09Z</dcterms:created>
  <dcterms:modified xsi:type="dcterms:W3CDTF">2026-08-13T14:26:42Z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