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ontserrat Black"/>
      <p:bold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Anaheim"/>
      <p:regular r:id="rId23"/>
      <p:bold r:id="rId24"/>
    </p:embeddedFont>
    <p:embeddedFont>
      <p:font typeface="Bebas Neue"/>
      <p:regular r:id="rId25"/>
    </p:embeddedFont>
    <p:embeddedFont>
      <p:font typeface="PT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Anaheim-bold.fntdata"/><Relationship Id="rId23" Type="http://schemas.openxmlformats.org/officeDocument/2006/relationships/font" Target="fonts/Anahei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regular.fntdata"/><Relationship Id="rId25" Type="http://schemas.openxmlformats.org/officeDocument/2006/relationships/font" Target="fonts/BebasNeue-regular.fntdata"/><Relationship Id="rId28" Type="http://schemas.openxmlformats.org/officeDocument/2006/relationships/font" Target="fonts/PTSans-italic.fntdata"/><Relationship Id="rId27" Type="http://schemas.openxmlformats.org/officeDocument/2006/relationships/font" Target="fonts/PT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T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Black-bold.fntdata"/><Relationship Id="rId16" Type="http://schemas.openxmlformats.org/officeDocument/2006/relationships/slide" Target="slides/slide12.xml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Blac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f6f6ff33a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3f6f6ff33a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f6f6ff33a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3f6f6ff33a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1734a882cf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1734a882cf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ecfe66ab1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3ecfe66ab1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ecfe66ab1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3ecfe66ab1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f6f6ff33a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3f6f6ff33a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3ecfe66ab1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3ecfe66ab1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ecfe66ab1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3ecfe66ab1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" name="Google Shape;101;p3"/>
          <p:cNvSpPr txBox="1"/>
          <p:nvPr>
            <p:ph hasCustomPrompt="1" idx="2" type="title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/>
          <p:nvPr>
            <p:ph idx="1" type="subTitle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3" name="Google Shape;193;p4"/>
          <p:cNvSpPr txBox="1"/>
          <p:nvPr>
            <p:ph idx="1" type="body"/>
          </p:nvPr>
        </p:nvSpPr>
        <p:spPr>
          <a:xfrm>
            <a:off x="720000" y="1215750"/>
            <a:ext cx="39759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Light"/>
              <a:buChar char="◆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94" name="Google Shape;194;p4"/>
          <p:cNvGrpSpPr/>
          <p:nvPr/>
        </p:nvGrpSpPr>
        <p:grpSpPr>
          <a:xfrm>
            <a:off x="8354016" y="-383869"/>
            <a:ext cx="1346076" cy="1863864"/>
            <a:chOff x="8354016" y="-383869"/>
            <a:chExt cx="1346076" cy="1863864"/>
          </a:xfrm>
        </p:grpSpPr>
        <p:sp>
          <p:nvSpPr>
            <p:cNvPr id="195" name="Google Shape;195;p4"/>
            <p:cNvSpPr/>
            <p:nvPr/>
          </p:nvSpPr>
          <p:spPr>
            <a:xfrm flipH="1" rot="10515695">
              <a:off x="8395243" y="733309"/>
              <a:ext cx="650146" cy="721066"/>
            </a:xfrm>
            <a:custGeom>
              <a:rect b="b" l="l" r="r" t="t"/>
              <a:pathLst>
                <a:path extrusionOk="0" fill="none" h="28845" w="26008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flipH="1" rot="10515695">
              <a:off x="9021249" y="726033"/>
              <a:ext cx="650171" cy="721091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flipH="1" rot="10515695">
              <a:off x="8701969" y="187519"/>
              <a:ext cx="650171" cy="721066"/>
            </a:xfrm>
            <a:custGeom>
              <a:rect b="b" l="l" r="r" t="t"/>
              <a:pathLst>
                <a:path extrusionOk="0" fill="none" h="28845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flipH="1" rot="10515695">
              <a:off x="8382688" y="-351019"/>
              <a:ext cx="650146" cy="721066"/>
            </a:xfrm>
            <a:custGeom>
              <a:rect b="b" l="l" r="r" t="t"/>
              <a:pathLst>
                <a:path extrusionOk="0" fill="none" h="28845" w="26008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flipH="1" rot="10515695">
              <a:off x="9008695" y="-358246"/>
              <a:ext cx="650196" cy="721041"/>
            </a:xfrm>
            <a:custGeom>
              <a:rect b="b" l="l" r="r" t="t"/>
              <a:pathLst>
                <a:path extrusionOk="0" fill="none" h="28844" w="2601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flipH="1" rot="10515695">
              <a:off x="8988036" y="-202011"/>
              <a:ext cx="57070" cy="57045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flipH="1" rot="10515695">
              <a:off x="9613745" y="157614"/>
              <a:ext cx="57045" cy="57070"/>
            </a:xfrm>
            <a:custGeom>
              <a:rect b="b" l="l" r="r" t="t"/>
              <a:pathLst>
                <a:path extrusionOk="0" h="2283" w="2282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 flipH="1" rot="10515695">
              <a:off x="9310934" y="707797"/>
              <a:ext cx="57020" cy="57070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5" name="Google Shape;205;p5"/>
          <p:cNvSpPr txBox="1"/>
          <p:nvPr>
            <p:ph idx="1" type="subTitle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6" name="Google Shape;206;p5"/>
          <p:cNvSpPr txBox="1"/>
          <p:nvPr>
            <p:ph idx="2" type="subTitle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7" name="Google Shape;207;p5"/>
          <p:cNvSpPr txBox="1"/>
          <p:nvPr>
            <p:ph idx="3" type="subTitle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8" name="Google Shape;208;p5"/>
          <p:cNvSpPr txBox="1"/>
          <p:nvPr>
            <p:ph idx="4" type="subTitle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flipH="1" rot="10515604">
              <a:off x="8395233" y="733291"/>
              <a:ext cx="650155" cy="721075"/>
            </a:xfrm>
            <a:custGeom>
              <a:rect b="b" l="l" r="r" t="t"/>
              <a:pathLst>
                <a:path extrusionOk="0" fill="none" h="28845" w="26008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 flipH="1" rot="10515604">
              <a:off x="9021238" y="726016"/>
              <a:ext cx="650180" cy="721100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 flipH="1" rot="10515604">
              <a:off x="8701958" y="187502"/>
              <a:ext cx="650180" cy="721075"/>
            </a:xfrm>
            <a:custGeom>
              <a:rect b="b" l="l" r="r" t="t"/>
              <a:pathLst>
                <a:path extrusionOk="0" fill="none" h="28845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 flipH="1" rot="10515604">
              <a:off x="8382677" y="-351036"/>
              <a:ext cx="650155" cy="721075"/>
            </a:xfrm>
            <a:custGeom>
              <a:rect b="b" l="l" r="r" t="t"/>
              <a:pathLst>
                <a:path extrusionOk="0" fill="none" h="28845" w="26008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 flipH="1" rot="10515604">
              <a:off x="9008685" y="-358263"/>
              <a:ext cx="650205" cy="721050"/>
            </a:xfrm>
            <a:custGeom>
              <a:rect b="b" l="l" r="r" t="t"/>
              <a:pathLst>
                <a:path extrusionOk="0" fill="none" h="28844" w="2601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 flipH="1" rot="10515604">
              <a:off x="8988035" y="-202012"/>
              <a:ext cx="57071" cy="57046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 flipH="1" rot="10515604">
              <a:off x="9613745" y="157612"/>
              <a:ext cx="57046" cy="57071"/>
            </a:xfrm>
            <a:custGeom>
              <a:rect b="b" l="l" r="r" t="t"/>
              <a:pathLst>
                <a:path extrusionOk="0" h="2283" w="2282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 flipH="1" rot="10515604">
              <a:off x="9310934" y="707795"/>
              <a:ext cx="57021" cy="57071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 flipH="1" rot="10515604">
            <a:off x="8362734" y="-200629"/>
            <a:ext cx="57046" cy="57046"/>
          </a:xfrm>
          <a:custGeom>
            <a:rect b="b" l="l" r="r" t="t"/>
            <a:pathLst>
              <a:path extrusionOk="0" h="2282" w="2282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/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5" name="Google Shape;245;p7"/>
          <p:cNvSpPr txBox="1"/>
          <p:nvPr>
            <p:ph idx="1" type="subTitle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/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26" name="Google Shape;426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10"/>
          <p:cNvSpPr txBox="1"/>
          <p:nvPr>
            <p:ph type="title"/>
          </p:nvPr>
        </p:nvSpPr>
        <p:spPr>
          <a:xfrm>
            <a:off x="713225" y="3502900"/>
            <a:ext cx="5202300" cy="1045200"/>
          </a:xfrm>
          <a:prstGeom prst="rect">
            <a:avLst/>
          </a:prstGeom>
          <a:solidFill>
            <a:srgbClr val="002E8A">
              <a:alpha val="3300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430" name="Google Shape;430;p10"/>
          <p:cNvGrpSpPr/>
          <p:nvPr/>
        </p:nvGrpSpPr>
        <p:grpSpPr>
          <a:xfrm rot="10800000">
            <a:off x="6825617" y="-226461"/>
            <a:ext cx="3485298" cy="1363521"/>
            <a:chOff x="5000328" y="4413931"/>
            <a:chExt cx="3485298" cy="1363521"/>
          </a:xfrm>
        </p:grpSpPr>
        <p:grpSp>
          <p:nvGrpSpPr>
            <p:cNvPr id="431" name="Google Shape;431;p10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432" name="Google Shape;432;p10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0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0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0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1" name="Google Shape;441;p10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/>
          <p:nvPr>
            <p:ph hasCustomPrompt="1" type="title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/>
          <p:nvPr>
            <p:ph idx="1" type="subTitle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8" name="Google Shape;538;p13"/>
          <p:cNvSpPr txBox="1"/>
          <p:nvPr>
            <p:ph idx="1" type="subTitle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13"/>
          <p:cNvSpPr txBox="1"/>
          <p:nvPr>
            <p:ph hasCustomPrompt="1" idx="2" type="title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/>
          <p:nvPr>
            <p:ph idx="3" type="subTitle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1" name="Google Shape;541;p13"/>
          <p:cNvSpPr txBox="1"/>
          <p:nvPr>
            <p:ph idx="4" type="subTitle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13"/>
          <p:cNvSpPr txBox="1"/>
          <p:nvPr>
            <p:ph hasCustomPrompt="1" idx="5" type="title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/>
          <p:nvPr>
            <p:ph idx="6" type="subTitle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4" name="Google Shape;544;p13"/>
          <p:cNvSpPr txBox="1"/>
          <p:nvPr>
            <p:ph idx="7" type="subTitle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13"/>
          <p:cNvSpPr txBox="1"/>
          <p:nvPr>
            <p:ph hasCustomPrompt="1" idx="8" type="title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/>
          <p:nvPr>
            <p:ph idx="9" type="subTitle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7" name="Google Shape;547;p13"/>
          <p:cNvSpPr txBox="1"/>
          <p:nvPr>
            <p:ph idx="13" type="subTitle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13"/>
          <p:cNvSpPr txBox="1"/>
          <p:nvPr>
            <p:ph hasCustomPrompt="1" idx="14" type="title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/>
          <p:nvPr>
            <p:ph idx="15" type="subTitle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0" name="Google Shape;550;p13"/>
          <p:cNvSpPr txBox="1"/>
          <p:nvPr>
            <p:ph idx="16" type="subTitle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13"/>
          <p:cNvSpPr txBox="1"/>
          <p:nvPr>
            <p:ph hasCustomPrompt="1" idx="17" type="title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/>
          <p:nvPr>
            <p:ph idx="18" type="subTitle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/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9" name="Google Shape;599;p14"/>
          <p:cNvSpPr txBox="1"/>
          <p:nvPr>
            <p:ph idx="1" type="subTitle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5"/>
          <p:cNvGrpSpPr/>
          <p:nvPr/>
        </p:nvGrpSpPr>
        <p:grpSpPr>
          <a:xfrm rot="10800000">
            <a:off x="5530217" y="3662226"/>
            <a:ext cx="3811962" cy="1913484"/>
            <a:chOff x="4673664" y="4413931"/>
            <a:chExt cx="3811962" cy="1913484"/>
          </a:xfrm>
        </p:grpSpPr>
        <p:grpSp>
          <p:nvGrpSpPr>
            <p:cNvPr id="626" name="Google Shape;626;p15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27" name="Google Shape;627;p15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0" name="Google Shape;640;p15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5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5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15"/>
          <p:cNvSpPr txBox="1"/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5" name="Google Shape;645;p15"/>
          <p:cNvSpPr txBox="1"/>
          <p:nvPr>
            <p:ph idx="1" type="subTitle"/>
          </p:nvPr>
        </p:nvSpPr>
        <p:spPr>
          <a:xfrm>
            <a:off x="720000" y="2986350"/>
            <a:ext cx="3594000" cy="9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15"/>
          <p:cNvSpPr/>
          <p:nvPr>
            <p:ph idx="2" type="pic"/>
          </p:nvPr>
        </p:nvSpPr>
        <p:spPr>
          <a:xfrm>
            <a:off x="4627875" y="778125"/>
            <a:ext cx="3627900" cy="3762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/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9" name="Google Shape;649;p16"/>
          <p:cNvSpPr txBox="1"/>
          <p:nvPr>
            <p:ph idx="1" type="subTitle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3471726"/>
            <a:ext cx="3811962" cy="1913484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"/>
          <p:cNvSpPr txBox="1"/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71" name="Google Shape;671;p17"/>
          <p:cNvSpPr txBox="1"/>
          <p:nvPr>
            <p:ph idx="1" type="subTitle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72" name="Google Shape;672;p17"/>
          <p:cNvGrpSpPr/>
          <p:nvPr/>
        </p:nvGrpSpPr>
        <p:grpSpPr>
          <a:xfrm>
            <a:off x="-958305" y="3475515"/>
            <a:ext cx="1961773" cy="2399979"/>
            <a:chOff x="108580" y="3135490"/>
            <a:chExt cx="1961773" cy="2399979"/>
          </a:xfrm>
        </p:grpSpPr>
        <p:sp>
          <p:nvSpPr>
            <p:cNvPr id="673" name="Google Shape;673;p17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7" name="Google Shape;677;p17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78" name="Google Shape;678;p17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7" name="Google Shape;687;p17"/>
          <p:cNvGrpSpPr/>
          <p:nvPr/>
        </p:nvGrpSpPr>
        <p:grpSpPr>
          <a:xfrm>
            <a:off x="7250837" y="-355553"/>
            <a:ext cx="1934332" cy="1332011"/>
            <a:chOff x="7107962" y="-355553"/>
            <a:chExt cx="1934332" cy="1332011"/>
          </a:xfrm>
        </p:grpSpPr>
        <p:sp>
          <p:nvSpPr>
            <p:cNvPr id="688" name="Google Shape;688;p17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7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7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2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1" name="Google Shape;721;p18"/>
          <p:cNvSpPr txBox="1"/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2" name="Google Shape;722;p18"/>
          <p:cNvSpPr txBox="1"/>
          <p:nvPr>
            <p:ph idx="1" type="subTitle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3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/>
          <p:nvPr>
            <p:ph type="title"/>
          </p:nvPr>
        </p:nvSpPr>
        <p:spPr>
          <a:xfrm>
            <a:off x="5026800" y="2001148"/>
            <a:ext cx="3157500" cy="57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5" name="Google Shape;725;p19"/>
          <p:cNvSpPr txBox="1"/>
          <p:nvPr>
            <p:ph idx="1" type="subTitle"/>
          </p:nvPr>
        </p:nvSpPr>
        <p:spPr>
          <a:xfrm>
            <a:off x="5027025" y="2577134"/>
            <a:ext cx="3157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26" name="Google Shape;726;p19"/>
          <p:cNvGrpSpPr/>
          <p:nvPr/>
        </p:nvGrpSpPr>
        <p:grpSpPr>
          <a:xfrm>
            <a:off x="6950792" y="-147006"/>
            <a:ext cx="2532725" cy="188175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2" y="3763244"/>
            <a:ext cx="2532725" cy="188175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0" name="Google Shape;750;p20"/>
          <p:cNvSpPr txBox="1"/>
          <p:nvPr>
            <p:ph idx="1" type="subTitle"/>
          </p:nvPr>
        </p:nvSpPr>
        <p:spPr>
          <a:xfrm>
            <a:off x="4236935" y="3459222"/>
            <a:ext cx="2505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20"/>
          <p:cNvSpPr txBox="1"/>
          <p:nvPr>
            <p:ph idx="2" type="subTitle"/>
          </p:nvPr>
        </p:nvSpPr>
        <p:spPr>
          <a:xfrm>
            <a:off x="2401463" y="2055647"/>
            <a:ext cx="2505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20"/>
          <p:cNvSpPr txBox="1"/>
          <p:nvPr>
            <p:ph idx="3" type="subTitle"/>
          </p:nvPr>
        </p:nvSpPr>
        <p:spPr>
          <a:xfrm>
            <a:off x="2401463" y="1598450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3" name="Google Shape;753;p20"/>
          <p:cNvSpPr txBox="1"/>
          <p:nvPr>
            <p:ph idx="4" type="subTitle"/>
          </p:nvPr>
        </p:nvSpPr>
        <p:spPr>
          <a:xfrm>
            <a:off x="4236938" y="3002025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54" name="Google Shape;754;p20"/>
          <p:cNvGrpSpPr/>
          <p:nvPr/>
        </p:nvGrpSpPr>
        <p:grpSpPr>
          <a:xfrm rot="-121718">
            <a:off x="7509504" y="-374087"/>
            <a:ext cx="1961826" cy="2400044"/>
            <a:chOff x="108580" y="3135490"/>
            <a:chExt cx="1961773" cy="2399979"/>
          </a:xfrm>
        </p:grpSpPr>
        <p:sp>
          <p:nvSpPr>
            <p:cNvPr id="755" name="Google Shape;755;p20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9" name="Google Shape;759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60" name="Google Shape;760;p20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9" name="Google Shape;769;p20"/>
          <p:cNvGrpSpPr/>
          <p:nvPr/>
        </p:nvGrpSpPr>
        <p:grpSpPr>
          <a:xfrm rot="-121718">
            <a:off x="-186696" y="3321613"/>
            <a:ext cx="1961826" cy="2400044"/>
            <a:chOff x="108580" y="3135490"/>
            <a:chExt cx="1961773" cy="2399979"/>
          </a:xfrm>
        </p:grpSpPr>
        <p:sp>
          <p:nvSpPr>
            <p:cNvPr id="770" name="Google Shape;770;p20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4" name="Google Shape;774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75" name="Google Shape;775;p20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86" name="Google Shape;786;p21"/>
          <p:cNvSpPr txBox="1"/>
          <p:nvPr>
            <p:ph idx="1" type="subTitle"/>
          </p:nvPr>
        </p:nvSpPr>
        <p:spPr>
          <a:xfrm>
            <a:off x="5046298" y="1571625"/>
            <a:ext cx="3383400" cy="28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7" name="Google Shape;787;p21"/>
          <p:cNvSpPr txBox="1"/>
          <p:nvPr>
            <p:ph idx="2" type="subTitle"/>
          </p:nvPr>
        </p:nvSpPr>
        <p:spPr>
          <a:xfrm>
            <a:off x="714475" y="1571625"/>
            <a:ext cx="3383400" cy="28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788" name="Google Shape;788;p21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789" name="Google Shape;789;p21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1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1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21"/>
          <p:cNvGrpSpPr/>
          <p:nvPr/>
        </p:nvGrpSpPr>
        <p:grpSpPr>
          <a:xfrm flipH="1">
            <a:off x="-969983" y="-507956"/>
            <a:ext cx="2532725" cy="1881750"/>
            <a:chOff x="7221517" y="-507956"/>
            <a:chExt cx="2532725" cy="1881750"/>
          </a:xfrm>
        </p:grpSpPr>
        <p:sp>
          <p:nvSpPr>
            <p:cNvPr id="800" name="Google Shape;800;p21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12" name="Google Shape;812;p22"/>
          <p:cNvSpPr txBox="1"/>
          <p:nvPr>
            <p:ph idx="1" type="subTitle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3" name="Google Shape;813;p22"/>
          <p:cNvSpPr txBox="1"/>
          <p:nvPr>
            <p:ph idx="2" type="subTitle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4" name="Google Shape;814;p22"/>
          <p:cNvSpPr txBox="1"/>
          <p:nvPr>
            <p:ph idx="3" type="subTitle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5" name="Google Shape;815;p22"/>
          <p:cNvSpPr txBox="1"/>
          <p:nvPr>
            <p:ph idx="4" type="subTitle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6" name="Google Shape;816;p22"/>
          <p:cNvSpPr txBox="1"/>
          <p:nvPr>
            <p:ph idx="5" type="subTitle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7" name="Google Shape;817;p22"/>
          <p:cNvSpPr txBox="1"/>
          <p:nvPr>
            <p:ph idx="6" type="subTitle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42" name="Google Shape;842;p23"/>
          <p:cNvSpPr txBox="1"/>
          <p:nvPr>
            <p:ph idx="1" type="subTitle"/>
          </p:nvPr>
        </p:nvSpPr>
        <p:spPr>
          <a:xfrm>
            <a:off x="1755325" y="22047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23"/>
          <p:cNvSpPr txBox="1"/>
          <p:nvPr>
            <p:ph idx="2" type="subTitle"/>
          </p:nvPr>
        </p:nvSpPr>
        <p:spPr>
          <a:xfrm>
            <a:off x="4793684" y="22047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4" name="Google Shape;844;p23"/>
          <p:cNvSpPr txBox="1"/>
          <p:nvPr>
            <p:ph idx="3" type="subTitle"/>
          </p:nvPr>
        </p:nvSpPr>
        <p:spPr>
          <a:xfrm>
            <a:off x="1755325" y="36381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23"/>
          <p:cNvSpPr txBox="1"/>
          <p:nvPr>
            <p:ph idx="4" type="subTitle"/>
          </p:nvPr>
        </p:nvSpPr>
        <p:spPr>
          <a:xfrm>
            <a:off x="4793684" y="36381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6" name="Google Shape;846;p23"/>
          <p:cNvSpPr txBox="1"/>
          <p:nvPr>
            <p:ph idx="5" type="subTitle"/>
          </p:nvPr>
        </p:nvSpPr>
        <p:spPr>
          <a:xfrm>
            <a:off x="1755325" y="17475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7" name="Google Shape;847;p23"/>
          <p:cNvSpPr txBox="1"/>
          <p:nvPr>
            <p:ph idx="6" type="subTitle"/>
          </p:nvPr>
        </p:nvSpPr>
        <p:spPr>
          <a:xfrm>
            <a:off x="1755325" y="31809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8" name="Google Shape;848;p23"/>
          <p:cNvSpPr txBox="1"/>
          <p:nvPr>
            <p:ph idx="7" type="subTitle"/>
          </p:nvPr>
        </p:nvSpPr>
        <p:spPr>
          <a:xfrm>
            <a:off x="4793680" y="17475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9" name="Google Shape;849;p23"/>
          <p:cNvSpPr txBox="1"/>
          <p:nvPr>
            <p:ph idx="8" type="subTitle"/>
          </p:nvPr>
        </p:nvSpPr>
        <p:spPr>
          <a:xfrm>
            <a:off x="4793680" y="31809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50" name="Google Shape;850;p23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51" name="Google Shape;851;p23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3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3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62" name="Google Shape;862;p23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3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3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75" name="Google Shape;875;p24"/>
          <p:cNvSpPr txBox="1"/>
          <p:nvPr>
            <p:ph idx="1" type="subTitle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6" name="Google Shape;876;p24"/>
          <p:cNvSpPr txBox="1"/>
          <p:nvPr>
            <p:ph idx="2" type="subTitle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24"/>
          <p:cNvSpPr txBox="1"/>
          <p:nvPr>
            <p:ph idx="3" type="subTitle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p24"/>
          <p:cNvSpPr txBox="1"/>
          <p:nvPr>
            <p:ph idx="4" type="subTitle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p24"/>
          <p:cNvSpPr txBox="1"/>
          <p:nvPr>
            <p:ph idx="5" type="subTitle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24"/>
          <p:cNvSpPr txBox="1"/>
          <p:nvPr>
            <p:ph idx="6" type="subTitle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p24"/>
          <p:cNvSpPr txBox="1"/>
          <p:nvPr>
            <p:ph idx="7" type="subTitle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2" name="Google Shape;882;p24"/>
          <p:cNvSpPr txBox="1"/>
          <p:nvPr>
            <p:ph idx="8" type="subTitle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3" name="Google Shape;883;p24"/>
          <p:cNvSpPr txBox="1"/>
          <p:nvPr>
            <p:ph idx="9" type="subTitle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4" name="Google Shape;884;p24"/>
          <p:cNvSpPr txBox="1"/>
          <p:nvPr>
            <p:ph idx="13" type="subTitle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5" name="Google Shape;885;p24"/>
          <p:cNvSpPr txBox="1"/>
          <p:nvPr>
            <p:ph idx="14" type="subTitle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6" name="Google Shape;886;p24"/>
          <p:cNvSpPr txBox="1"/>
          <p:nvPr>
            <p:ph idx="15" type="subTitle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flipH="1" rot="10800000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 txBox="1"/>
          <p:nvPr>
            <p:ph hasCustomPrompt="1" type="title"/>
          </p:nvPr>
        </p:nvSpPr>
        <p:spPr>
          <a:xfrm>
            <a:off x="713213" y="670225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8" name="Google Shape;948;p27"/>
          <p:cNvSpPr txBox="1"/>
          <p:nvPr>
            <p:ph idx="1" type="subTitle"/>
          </p:nvPr>
        </p:nvSpPr>
        <p:spPr>
          <a:xfrm>
            <a:off x="713213" y="1439127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49" name="Google Shape;949;p27"/>
          <p:cNvSpPr txBox="1"/>
          <p:nvPr>
            <p:ph hasCustomPrompt="1" idx="2" type="title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0" name="Google Shape;950;p27"/>
          <p:cNvSpPr txBox="1"/>
          <p:nvPr>
            <p:ph idx="3" type="subTitle"/>
          </p:nvPr>
        </p:nvSpPr>
        <p:spPr>
          <a:xfrm>
            <a:off x="3733963" y="2838708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51" name="Google Shape;951;p27"/>
          <p:cNvSpPr txBox="1"/>
          <p:nvPr>
            <p:ph hasCustomPrompt="1" idx="4" type="title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2" name="Google Shape;952;p27"/>
          <p:cNvSpPr txBox="1"/>
          <p:nvPr>
            <p:ph idx="5" type="subTitle"/>
          </p:nvPr>
        </p:nvSpPr>
        <p:spPr>
          <a:xfrm>
            <a:off x="713213" y="4238290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953" name="Google Shape;953;p27"/>
          <p:cNvGrpSpPr/>
          <p:nvPr/>
        </p:nvGrpSpPr>
        <p:grpSpPr>
          <a:xfrm rot="10800000">
            <a:off x="6611267" y="3525019"/>
            <a:ext cx="2532725" cy="1881750"/>
            <a:chOff x="7221517" y="-507956"/>
            <a:chExt cx="2532725" cy="1881750"/>
          </a:xfrm>
        </p:grpSpPr>
        <p:sp>
          <p:nvSpPr>
            <p:cNvPr id="954" name="Google Shape;954;p27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4" name="Google Shape;964;p27"/>
          <p:cNvGrpSpPr/>
          <p:nvPr/>
        </p:nvGrpSpPr>
        <p:grpSpPr>
          <a:xfrm>
            <a:off x="7078642" y="-256406"/>
            <a:ext cx="2532725" cy="1881750"/>
            <a:chOff x="7221517" y="-507956"/>
            <a:chExt cx="2532725" cy="1881750"/>
          </a:xfrm>
        </p:grpSpPr>
        <p:sp>
          <p:nvSpPr>
            <p:cNvPr id="965" name="Google Shape;965;p27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8"/>
          <p:cNvSpPr txBox="1"/>
          <p:nvPr>
            <p:ph hasCustomPrompt="1" type="title"/>
          </p:nvPr>
        </p:nvSpPr>
        <p:spPr>
          <a:xfrm>
            <a:off x="1200575" y="2456174"/>
            <a:ext cx="13989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7" name="Google Shape;977;p28"/>
          <p:cNvSpPr txBox="1"/>
          <p:nvPr>
            <p:ph idx="1" type="subTitle"/>
          </p:nvPr>
        </p:nvSpPr>
        <p:spPr>
          <a:xfrm>
            <a:off x="713225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78" name="Google Shape;978;p28"/>
          <p:cNvSpPr txBox="1"/>
          <p:nvPr>
            <p:ph idx="2" type="subTitle"/>
          </p:nvPr>
        </p:nvSpPr>
        <p:spPr>
          <a:xfrm>
            <a:off x="713225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9" name="Google Shape;979;p28"/>
          <p:cNvSpPr txBox="1"/>
          <p:nvPr>
            <p:ph hasCustomPrompt="1" idx="3" type="title"/>
          </p:nvPr>
        </p:nvSpPr>
        <p:spPr>
          <a:xfrm>
            <a:off x="3869735" y="2456174"/>
            <a:ext cx="13977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0" name="Google Shape;980;p28"/>
          <p:cNvSpPr txBox="1"/>
          <p:nvPr>
            <p:ph idx="4" type="subTitle"/>
          </p:nvPr>
        </p:nvSpPr>
        <p:spPr>
          <a:xfrm>
            <a:off x="3381787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81" name="Google Shape;981;p28"/>
          <p:cNvSpPr txBox="1"/>
          <p:nvPr>
            <p:ph idx="5" type="subTitle"/>
          </p:nvPr>
        </p:nvSpPr>
        <p:spPr>
          <a:xfrm>
            <a:off x="3381785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82" name="Google Shape;982;p28"/>
          <p:cNvSpPr txBox="1"/>
          <p:nvPr>
            <p:ph hasCustomPrompt="1" idx="6" type="title"/>
          </p:nvPr>
        </p:nvSpPr>
        <p:spPr>
          <a:xfrm>
            <a:off x="6538296" y="2456174"/>
            <a:ext cx="13977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3" name="Google Shape;983;p28"/>
          <p:cNvSpPr txBox="1"/>
          <p:nvPr>
            <p:ph idx="7" type="subTitle"/>
          </p:nvPr>
        </p:nvSpPr>
        <p:spPr>
          <a:xfrm>
            <a:off x="6050349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84" name="Google Shape;984;p28"/>
          <p:cNvSpPr txBox="1"/>
          <p:nvPr>
            <p:ph idx="8" type="subTitle"/>
          </p:nvPr>
        </p:nvSpPr>
        <p:spPr>
          <a:xfrm>
            <a:off x="6050346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85" name="Google Shape;985;p28"/>
          <p:cNvSpPr txBox="1"/>
          <p:nvPr>
            <p:ph idx="9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986" name="Google Shape;986;p28"/>
          <p:cNvGrpSpPr/>
          <p:nvPr/>
        </p:nvGrpSpPr>
        <p:grpSpPr>
          <a:xfrm rot="-10638711">
            <a:off x="-2374723" y="-345865"/>
            <a:ext cx="3485299" cy="1363521"/>
            <a:chOff x="5000328" y="4413931"/>
            <a:chExt cx="3485298" cy="1363521"/>
          </a:xfrm>
        </p:grpSpPr>
        <p:grpSp>
          <p:nvGrpSpPr>
            <p:cNvPr id="987" name="Google Shape;987;p28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988" name="Google Shape;988;p28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8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8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8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8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8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8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8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7" name="Google Shape;997;p28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/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02" name="Google Shape;1002;p29"/>
          <p:cNvSpPr txBox="1"/>
          <p:nvPr>
            <p:ph idx="1" type="subTitle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3" name="Google Shape;1003;p29"/>
          <p:cNvSpPr txBox="1"/>
          <p:nvPr/>
        </p:nvSpPr>
        <p:spPr>
          <a:xfrm>
            <a:off x="1691450" y="3611950"/>
            <a:ext cx="5760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89" y="1086026"/>
            <a:ext cx="5036265" cy="4113315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950637"/>
            <a:ext cx="5036265" cy="4113315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b="0" l="15237" r="10475" t="0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b="8337" l="18647" r="8852" t="7960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b="5838" l="25538" r="23468" t="7152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b="0" l="15237" r="10475" t="0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b="0" l="22010" r="18456" t="0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" name="Google Shape;1233;p32"/>
          <p:cNvPicPr preferRelativeResize="0"/>
          <p:nvPr/>
        </p:nvPicPr>
        <p:blipFill rotWithShape="1">
          <a:blip r:embed="rId3">
            <a:alphaModFix/>
          </a:blip>
          <a:srcRect b="5838" l="25538" r="23468" t="7152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32"/>
          <p:cNvPicPr preferRelativeResize="0"/>
          <p:nvPr/>
        </p:nvPicPr>
        <p:blipFill rotWithShape="1">
          <a:blip r:embed="rId4">
            <a:alphaModFix/>
          </a:blip>
          <a:srcRect b="0" l="22010" r="18456" t="0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5" name="Google Shape;1235;p32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36" name="Google Shape;1236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32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39" name="Google Shape;1239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41" name="Google Shape;1241;p32"/>
          <p:cNvPicPr preferRelativeResize="0"/>
          <p:nvPr/>
        </p:nvPicPr>
        <p:blipFill rotWithShape="1">
          <a:blip r:embed="rId5">
            <a:alphaModFix/>
          </a:blip>
          <a:srcRect b="8337" l="18647" r="8852" t="7960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32"/>
          <p:cNvSpPr txBox="1"/>
          <p:nvPr>
            <p:ph type="ctrTitle"/>
          </p:nvPr>
        </p:nvSpPr>
        <p:spPr>
          <a:xfrm>
            <a:off x="354621" y="1416238"/>
            <a:ext cx="7033800" cy="89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MedAssist AI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3" name="Google Shape;1243;p32"/>
          <p:cNvSpPr txBox="1"/>
          <p:nvPr>
            <p:ph idx="1" type="subTitle"/>
          </p:nvPr>
        </p:nvSpPr>
        <p:spPr>
          <a:xfrm>
            <a:off x="422971" y="2315346"/>
            <a:ext cx="7844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MILESTONE 2 (Disease Prediction &amp; Risk Assessment)</a:t>
            </a:r>
            <a:endParaRPr sz="2900"/>
          </a:p>
        </p:txBody>
      </p:sp>
      <p:sp>
        <p:nvSpPr>
          <p:cNvPr id="1244" name="Google Shape;1244;p32"/>
          <p:cNvSpPr txBox="1"/>
          <p:nvPr>
            <p:ph idx="1" type="subTitle"/>
          </p:nvPr>
        </p:nvSpPr>
        <p:spPr>
          <a:xfrm>
            <a:off x="575371" y="4103804"/>
            <a:ext cx="7844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" sz="2300"/>
              <a:t>Dharani K</a:t>
            </a:r>
            <a:endParaRPr b="1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3"/>
          <p:cNvSpPr/>
          <p:nvPr/>
        </p:nvSpPr>
        <p:spPr>
          <a:xfrm>
            <a:off x="222447" y="80367"/>
            <a:ext cx="7849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90"/>
              <a:buFont typeface="Arial"/>
              <a:buNone/>
            </a:pPr>
            <a:r>
              <a:rPr b="1" lang="en" sz="2090">
                <a:solidFill>
                  <a:schemeClr val="dk1"/>
                </a:solidFill>
              </a:rPr>
              <a:t>Train disease prediction models</a:t>
            </a:r>
            <a:endParaRPr b="0" i="0" sz="2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3"/>
          <p:cNvSpPr/>
          <p:nvPr/>
        </p:nvSpPr>
        <p:spPr>
          <a:xfrm>
            <a:off x="7265075" y="3323327"/>
            <a:ext cx="1556100" cy="1023900"/>
          </a:xfrm>
          <a:prstGeom prst="roundRect">
            <a:avLst>
              <a:gd fmla="val 4667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250" lIns="68250" spcFirstLastPara="1" rIns="68250" wrap="square" tIns="6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1" name="Google Shape;1251;p33" title="ChatGPT Image Aug 13, 2026, 11_41_0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187" y="558275"/>
            <a:ext cx="7601614" cy="451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34"/>
          <p:cNvSpPr/>
          <p:nvPr/>
        </p:nvSpPr>
        <p:spPr>
          <a:xfrm>
            <a:off x="222447" y="80367"/>
            <a:ext cx="7849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90"/>
              <a:buFont typeface="Arial"/>
              <a:buNone/>
            </a:pPr>
            <a:r>
              <a:rPr b="1" lang="en" sz="20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performance and accuracy</a:t>
            </a:r>
            <a:endParaRPr b="1" i="0" sz="2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7" name="Google Shape;125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0667"/>
            <a:ext cx="8715285" cy="428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35"/>
          <p:cNvSpPr/>
          <p:nvPr/>
        </p:nvSpPr>
        <p:spPr>
          <a:xfrm>
            <a:off x="222447" y="80367"/>
            <a:ext cx="7849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90"/>
              <a:buFont typeface="Arial"/>
              <a:buNone/>
            </a:pPr>
            <a:r>
              <a:rPr b="1" lang="en" sz="20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performance and accuracy</a:t>
            </a:r>
            <a:endParaRPr b="1" i="0" sz="2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3" name="Google Shape;12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0667"/>
            <a:ext cx="8341756" cy="4280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36"/>
          <p:cNvSpPr/>
          <p:nvPr/>
        </p:nvSpPr>
        <p:spPr>
          <a:xfrm>
            <a:off x="222447" y="80367"/>
            <a:ext cx="7849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90"/>
              <a:buFont typeface="Arial"/>
              <a:buNone/>
            </a:pPr>
            <a:r>
              <a:rPr b="1" lang="en" sz="20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performance and accuracy</a:t>
            </a:r>
            <a:endParaRPr b="1" i="0" sz="2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9" name="Google Shape;12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075" y="743175"/>
            <a:ext cx="6801425" cy="41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37"/>
          <p:cNvSpPr/>
          <p:nvPr/>
        </p:nvSpPr>
        <p:spPr>
          <a:xfrm>
            <a:off x="222447" y="80367"/>
            <a:ext cx="7849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90"/>
              <a:buFont typeface="Arial"/>
              <a:buNone/>
            </a:pPr>
            <a:r>
              <a:rPr b="1" lang="en" sz="20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scoring engine</a:t>
            </a:r>
            <a:endParaRPr b="1" i="0" sz="2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5" name="Google Shape;1275;p37" title="ChatGPT Image Aug 13, 2026, 01_55_2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725" y="558275"/>
            <a:ext cx="7132224" cy="451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38"/>
          <p:cNvSpPr/>
          <p:nvPr/>
        </p:nvSpPr>
        <p:spPr>
          <a:xfrm>
            <a:off x="222447" y="80367"/>
            <a:ext cx="7849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90"/>
              <a:buFont typeface="Arial"/>
              <a:buNone/>
            </a:pPr>
            <a:r>
              <a:rPr b="1" lang="en" sz="20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scoring engine</a:t>
            </a:r>
            <a:endParaRPr b="1" i="0" sz="2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1" name="Google Shape;128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0667"/>
            <a:ext cx="8839200" cy="4211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39"/>
          <p:cNvSpPr/>
          <p:nvPr/>
        </p:nvSpPr>
        <p:spPr>
          <a:xfrm>
            <a:off x="222447" y="80367"/>
            <a:ext cx="7849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90"/>
              <a:buFont typeface="Arial"/>
              <a:buNone/>
            </a:pPr>
            <a:r>
              <a:rPr b="1" lang="en" sz="20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Severity analysis workflows</a:t>
            </a:r>
            <a:endParaRPr b="1" i="0" sz="2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7" name="Google Shape;1287;p39" title="ChatGPT Image Aug 13, 2026, 02_53_2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375" y="558275"/>
            <a:ext cx="6649252" cy="443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40"/>
          <p:cNvSpPr/>
          <p:nvPr/>
        </p:nvSpPr>
        <p:spPr>
          <a:xfrm>
            <a:off x="222447" y="80367"/>
            <a:ext cx="7849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90"/>
              <a:buFont typeface="Arial"/>
              <a:buNone/>
            </a:pPr>
            <a:r>
              <a:rPr b="1" lang="en" sz="20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Severity analysis workflows</a:t>
            </a:r>
            <a:endParaRPr b="1" i="0" sz="2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3" name="Google Shape;129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75" y="645425"/>
            <a:ext cx="8725651" cy="430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41"/>
          <p:cNvSpPr/>
          <p:nvPr/>
        </p:nvSpPr>
        <p:spPr>
          <a:xfrm>
            <a:off x="222447" y="80367"/>
            <a:ext cx="7849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90"/>
              <a:buFont typeface="Arial"/>
              <a:buNone/>
            </a:pPr>
            <a:r>
              <a:rPr b="1" lang="en" sz="20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Disease Probability Report and health risk report</a:t>
            </a:r>
            <a:endParaRPr b="1" i="0" sz="2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9" name="Google Shape;129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0667"/>
            <a:ext cx="8839197" cy="4204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42"/>
          <p:cNvSpPr/>
          <p:nvPr/>
        </p:nvSpPr>
        <p:spPr>
          <a:xfrm>
            <a:off x="255165" y="254110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</a:rPr>
              <a:t>Database - PostgreSQL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5" name="Google Shape;130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150" y="894300"/>
            <a:ext cx="7809698" cy="414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43"/>
          <p:cNvSpPr txBox="1"/>
          <p:nvPr>
            <p:ph type="title"/>
          </p:nvPr>
        </p:nvSpPr>
        <p:spPr>
          <a:xfrm>
            <a:off x="2347888" y="1440919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YOU!</a:t>
            </a:r>
            <a:endParaRPr/>
          </a:p>
        </p:txBody>
      </p:sp>
      <p:pic>
        <p:nvPicPr>
          <p:cNvPr id="1311" name="Google Shape;1311;p43"/>
          <p:cNvPicPr preferRelativeResize="0"/>
          <p:nvPr/>
        </p:nvPicPr>
        <p:blipFill rotWithShape="1">
          <a:blip r:embed="rId3">
            <a:alphaModFix/>
          </a:blip>
          <a:srcRect b="8337" l="18647" r="8852" t="7960"/>
          <a:stretch/>
        </p:blipFill>
        <p:spPr>
          <a:xfrm rot="-1406513">
            <a:off x="1099310" y="5512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43"/>
          <p:cNvPicPr preferRelativeResize="0"/>
          <p:nvPr/>
        </p:nvPicPr>
        <p:blipFill rotWithShape="1">
          <a:blip r:embed="rId4">
            <a:alphaModFix/>
          </a:blip>
          <a:srcRect b="5838" l="25538" r="23468" t="7152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43"/>
          <p:cNvPicPr preferRelativeResize="0"/>
          <p:nvPr/>
        </p:nvPicPr>
        <p:blipFill rotWithShape="1">
          <a:blip r:embed="rId5">
            <a:alphaModFix/>
          </a:blip>
          <a:srcRect b="0" l="15237" r="10475" t="0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4" name="Google Shape;1314;p43"/>
          <p:cNvGrpSpPr/>
          <p:nvPr/>
        </p:nvGrpSpPr>
        <p:grpSpPr>
          <a:xfrm>
            <a:off x="6891975" y="620800"/>
            <a:ext cx="76825" cy="76800"/>
            <a:chOff x="3104875" y="1099400"/>
            <a:chExt cx="76825" cy="76800"/>
          </a:xfrm>
        </p:grpSpPr>
        <p:sp>
          <p:nvSpPr>
            <p:cNvPr id="1315" name="Google Shape;1315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43"/>
          <p:cNvGrpSpPr/>
          <p:nvPr/>
        </p:nvGrpSpPr>
        <p:grpSpPr>
          <a:xfrm rot="1891135">
            <a:off x="1399937" y="4106218"/>
            <a:ext cx="76828" cy="76803"/>
            <a:chOff x="3104875" y="1099400"/>
            <a:chExt cx="76825" cy="76800"/>
          </a:xfrm>
        </p:grpSpPr>
        <p:sp>
          <p:nvSpPr>
            <p:cNvPr id="1318" name="Google Shape;1318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0" name="Google Shape;1320;p43"/>
          <p:cNvGrpSpPr/>
          <p:nvPr/>
        </p:nvGrpSpPr>
        <p:grpSpPr>
          <a:xfrm>
            <a:off x="2141475" y="1931863"/>
            <a:ext cx="76825" cy="76800"/>
            <a:chOff x="3104875" y="1099400"/>
            <a:chExt cx="76825" cy="76800"/>
          </a:xfrm>
        </p:grpSpPr>
        <p:sp>
          <p:nvSpPr>
            <p:cNvPr id="1321" name="Google Shape;1321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23" name="Google Shape;1323;p43"/>
          <p:cNvPicPr preferRelativeResize="0"/>
          <p:nvPr/>
        </p:nvPicPr>
        <p:blipFill rotWithShape="1">
          <a:blip r:embed="rId6">
            <a:alphaModFix/>
          </a:blip>
          <a:srcRect b="4592" l="24332" r="23343" t="572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3"/>
          <p:cNvPicPr preferRelativeResize="0"/>
          <p:nvPr/>
        </p:nvPicPr>
        <p:blipFill rotWithShape="1">
          <a:blip r:embed="rId7">
            <a:alphaModFix/>
          </a:blip>
          <a:srcRect b="0" l="22010" r="18456" t="0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43"/>
          <p:cNvSpPr/>
          <p:nvPr/>
        </p:nvSpPr>
        <p:spPr>
          <a:xfrm>
            <a:off x="1919275" y="3564725"/>
            <a:ext cx="5405400" cy="869100"/>
          </a:xfrm>
          <a:prstGeom prst="rect">
            <a:avLst/>
          </a:prstGeom>
          <a:solidFill>
            <a:srgbClr val="032138"/>
          </a:solidFill>
          <a:ln cap="flat" cmpd="sng" w="9525">
            <a:solidFill>
              <a:srgbClr val="032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