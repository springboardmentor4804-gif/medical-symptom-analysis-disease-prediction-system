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3"/>
  </p:notesMasterIdLst>
  <p:handoutMasterIdLst>
    <p:handoutMasterId r:id="rId14"/>
  </p:handoutMasterIdLst>
  <p:sldIdLst>
    <p:sldId id="312" r:id="rId5"/>
    <p:sldId id="304" r:id="rId6"/>
    <p:sldId id="307" r:id="rId7"/>
    <p:sldId id="315" r:id="rId8"/>
    <p:sldId id="281" r:id="rId9"/>
    <p:sldId id="282" r:id="rId10"/>
    <p:sldId id="317" r:id="rId11"/>
    <p:sldId id="297" r:id="rId12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974" y="29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6" y="219725"/>
            <a:ext cx="12162407" cy="3135701"/>
          </a:xfrm>
        </p:spPr>
        <p:txBody>
          <a:bodyPr anchor="ctr"/>
          <a:lstStyle/>
          <a:p>
            <a:br>
              <a:rPr lang="en-IN" b="1" cap="none" dirty="0"/>
            </a:br>
            <a:r>
              <a:rPr lang="en-IN" b="1" cap="none" dirty="0"/>
              <a:t>MEDASSIST </a:t>
            </a:r>
            <a:r>
              <a:rPr lang="en-IN" b="1" dirty="0"/>
              <a:t>AI:</a:t>
            </a:r>
            <a:br>
              <a:rPr lang="en-IN" b="1" dirty="0"/>
            </a:br>
            <a:r>
              <a:rPr lang="en-IN" b="1" dirty="0"/>
              <a:t>AI Medical Symptom Analysis &amp; Disease Prediction System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Milestone 1 Progress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C25221A-0D82-42D7-9B3D-B6C8673F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14" y="5491709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1CC9B8-7232-4BAF-8E83-9456A9958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DA50A8B-4BAC-4EEA-A0DA-BF158E7DD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8801D-A576-4554-9E0C-5B596F63DD1A}"/>
              </a:ext>
            </a:extLst>
          </p:cNvPr>
          <p:cNvSpPr txBox="1"/>
          <p:nvPr/>
        </p:nvSpPr>
        <p:spPr>
          <a:xfrm>
            <a:off x="1671221" y="5163235"/>
            <a:ext cx="6201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 cap="none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Name: Amrutha 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Branch: CSE </a:t>
            </a:r>
            <a:r>
              <a:rPr lang="en-US" alt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-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AIML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Internship: Infosys Virtual Internship 7.0</a:t>
            </a:r>
          </a:p>
          <a:p>
            <a:br>
              <a:rPr lang="en-US" altLang="en-US" b="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600DC3F-62E2-4204-85F5-AF92F9810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673" y="30028"/>
            <a:ext cx="6253018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202C8F"/>
                </a:solidFill>
                <a:effectLst/>
                <a:latin typeface="Arial" panose="020B0604020202020204" pitchFamily="34" charset="0"/>
              </a:rPr>
              <a:t>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202C8F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evelop a healthcare web application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Patient &amp; Healthcare Provider registration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Patient &amp; Healthcare Provider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Symptom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Medical history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Report upload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971255-EE84-47E7-8304-7C9A2C861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3885464"/>
            <a:ext cx="5701887" cy="3207344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Technologies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React.js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FastAPI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SQLite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Libraries: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Pandas, Scikit-learn, NumPy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18" y="223183"/>
            <a:ext cx="10668645" cy="770481"/>
          </a:xfrm>
        </p:spPr>
        <p:txBody>
          <a:bodyPr/>
          <a:lstStyle/>
          <a:p>
            <a:r>
              <a:rPr lang="en-IN" dirty="0"/>
              <a:t>Registration &amp; Login Module</a:t>
            </a:r>
            <a:br>
              <a:rPr lang="en-IN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C4829C-4CC8-4434-9F52-E303AF512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293" y="651733"/>
            <a:ext cx="4027294" cy="4083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A17FFC-55BC-48B6-A222-30D5B8A48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73" y="726080"/>
            <a:ext cx="4378036" cy="39350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AC25EF-36C8-4ED6-A399-108A5EF359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413" y="4914659"/>
            <a:ext cx="5062935" cy="16846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A5753A-F8FD-4362-8936-776B99A3E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61" y="4904911"/>
            <a:ext cx="5062935" cy="16944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50335"/>
            <a:ext cx="12191999" cy="609600"/>
          </a:xfrm>
        </p:spPr>
        <p:txBody>
          <a:bodyPr/>
          <a:lstStyle/>
          <a:p>
            <a:r>
              <a:rPr lang="en-US" sz="3200" dirty="0"/>
              <a:t>The registered data stored in the dataset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8E0571-E2CD-45C6-9006-2A580C404F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20"/>
          <a:stretch/>
        </p:blipFill>
        <p:spPr>
          <a:xfrm>
            <a:off x="279400" y="4076225"/>
            <a:ext cx="8627956" cy="26314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87CED47-CFA1-4808-907B-C6540D374B04}"/>
              </a:ext>
            </a:extLst>
          </p:cNvPr>
          <p:cNvSpPr txBox="1"/>
          <p:nvPr/>
        </p:nvSpPr>
        <p:spPr>
          <a:xfrm>
            <a:off x="8958580" y="4624307"/>
            <a:ext cx="32334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This is the output of running the Python script:</a:t>
            </a:r>
            <a:endParaRPr lang="en-IN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88ECF2-4CE6-44A5-9FE3-0E11B8BBCDB9}"/>
              </a:ext>
            </a:extLst>
          </p:cNvPr>
          <p:cNvSpPr txBox="1"/>
          <p:nvPr/>
        </p:nvSpPr>
        <p:spPr>
          <a:xfrm>
            <a:off x="9095740" y="848698"/>
            <a:ext cx="2959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This screenshot shows how user data is stored in the medassist database after registration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5860-B40A-452F-9BE4-7151F9A793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849" b="8990"/>
          <a:stretch/>
        </p:blipFill>
        <p:spPr>
          <a:xfrm>
            <a:off x="367607" y="848698"/>
            <a:ext cx="8451542" cy="287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571C8-91D4-4B66-9221-504E2ECDE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862" y="998701"/>
            <a:ext cx="5178641" cy="51091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81701F-90F5-4AE4-8E69-CA7533DC8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821" y="1143069"/>
            <a:ext cx="6001305" cy="41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267527" y="-219"/>
            <a:ext cx="7656945" cy="859201"/>
          </a:xfrm>
        </p:spPr>
        <p:txBody>
          <a:bodyPr/>
          <a:lstStyle/>
          <a:p>
            <a:r>
              <a:rPr lang="en-US" sz="4800" dirty="0"/>
              <a:t>PATIENT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DB66F9-C135-498C-811D-6316817573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6" r="1860"/>
          <a:stretch/>
        </p:blipFill>
        <p:spPr>
          <a:xfrm>
            <a:off x="166254" y="858982"/>
            <a:ext cx="6132945" cy="58281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AF92A1-D5B6-4E4D-B957-6F94F23D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60" t="3401" r="4068" b="9114"/>
          <a:stretch/>
        </p:blipFill>
        <p:spPr>
          <a:xfrm>
            <a:off x="6604000" y="858982"/>
            <a:ext cx="5421745" cy="5745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120" y="427878"/>
            <a:ext cx="7762240" cy="863021"/>
          </a:xfrm>
        </p:spPr>
        <p:txBody>
          <a:bodyPr/>
          <a:lstStyle/>
          <a:p>
            <a:r>
              <a:rPr lang="en-IN" sz="4400" dirty="0"/>
              <a:t>home page </a:t>
            </a:r>
            <a:endParaRPr lang="en-US" sz="4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FB787-43DE-490C-9C5B-5A52E73AB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90" y="1372179"/>
            <a:ext cx="9779646" cy="522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7650479" cy="3386938"/>
          </a:xfrm>
        </p:spPr>
        <p:txBody>
          <a:bodyPr/>
          <a:lstStyle/>
          <a:p>
            <a:r>
              <a:rPr lang="en-US" sz="6000" dirty="0"/>
              <a:t>Thankyou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{94765A05-1C45-4942-A616-275061190F72}TF8a9b5915-b8c7-461e-8cdd-693d48b5e32371f7b7e2_win32-4bf0b9a2ea37</Template>
  <TotalTime>177</TotalTime>
  <Words>131</Words>
  <Application>Microsoft Office PowerPoint</Application>
  <PresentationFormat>Widescreen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Cambria</vt:lpstr>
      <vt:lpstr>Sabon Next LT</vt:lpstr>
      <vt:lpstr>Custom</vt:lpstr>
      <vt:lpstr> MEDASSIST AI: AI Medical Symptom Analysis &amp; Disease Prediction System  Milestone 1 Progress </vt:lpstr>
      <vt:lpstr>PowerPoint Presentation</vt:lpstr>
      <vt:lpstr>Registration &amp; Login Module </vt:lpstr>
      <vt:lpstr>The registered data stored in the dataset</vt:lpstr>
      <vt:lpstr>PowerPoint Presentation</vt:lpstr>
      <vt:lpstr>PowerPoint Presentation</vt:lpstr>
      <vt:lpstr>home page </vt:lpstr>
      <vt:lpstr>Thankyou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MEDASSIST AI: AI Medical Symptom Analysis &amp; Disease Prediction System</dc:title>
  <dc:subject/>
  <dc:creator>Amrutha M</dc:creator>
  <cp:lastModifiedBy>Amrutha M</cp:lastModifiedBy>
  <cp:revision>15</cp:revision>
  <dcterms:created xsi:type="dcterms:W3CDTF">2026-07-30T10:50:26Z</dcterms:created>
  <dcterms:modified xsi:type="dcterms:W3CDTF">2026-07-30T17:13:39Z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